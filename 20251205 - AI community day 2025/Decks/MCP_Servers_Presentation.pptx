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1" r:id="rId2"/>
    <p:sldId id="2592" r:id="rId3"/>
    <p:sldId id="260" r:id="rId4"/>
    <p:sldId id="2588" r:id="rId5"/>
    <p:sldId id="2562" r:id="rId6"/>
    <p:sldId id="2563" r:id="rId7"/>
    <p:sldId id="2582" r:id="rId8"/>
    <p:sldId id="2583" r:id="rId9"/>
    <p:sldId id="2589" r:id="rId10"/>
    <p:sldId id="2584" r:id="rId11"/>
    <p:sldId id="2590" r:id="rId12"/>
    <p:sldId id="2591" r:id="rId13"/>
    <p:sldId id="2564" r:id="rId14"/>
    <p:sldId id="2585" r:id="rId15"/>
    <p:sldId id="2566" r:id="rId16"/>
    <p:sldId id="2567" r:id="rId17"/>
    <p:sldId id="2580" r:id="rId18"/>
    <p:sldId id="2581" r:id="rId19"/>
    <p:sldId id="2586" r:id="rId20"/>
    <p:sldId id="2587" r:id="rId21"/>
    <p:sldId id="2577" r:id="rId22"/>
    <p:sldId id="2578" r:id="rId23"/>
    <p:sldId id="2572" r:id="rId24"/>
    <p:sldId id="2573" r:id="rId25"/>
    <p:sldId id="2579" r:id="rId26"/>
    <p:sldId id="2574" r:id="rId27"/>
    <p:sldId id="2575"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ols in your AI's Toolbox: An Introduction to MCP Servers" id="{A0B2B2BF-23B8-42C4-9D14-74B2C16D1CEB}">
          <p14:sldIdLst>
            <p14:sldId id="2561"/>
            <p14:sldId id="2592"/>
            <p14:sldId id="260"/>
            <p14:sldId id="2588"/>
          </p14:sldIdLst>
        </p14:section>
        <p14:section name="Introduction to MCP Servers" id="{FA0C23B1-3AFA-44D2-8FA0-2F6378EA9F6B}">
          <p14:sldIdLst>
            <p14:sldId id="2562"/>
            <p14:sldId id="2563"/>
            <p14:sldId id="2582"/>
            <p14:sldId id="2583"/>
            <p14:sldId id="2589"/>
            <p14:sldId id="2584"/>
            <p14:sldId id="2590"/>
            <p14:sldId id="2591"/>
          </p14:sldIdLst>
        </p14:section>
        <p14:section name="Challenges in AI Integration" id="{DACF0260-1362-46A0-BD67-FA4E3DB331AC}">
          <p14:sldIdLst>
            <p14:sldId id="2564"/>
            <p14:sldId id="2585"/>
          </p14:sldIdLst>
        </p14:section>
        <p14:section name="Introducing the Model Context Protocol (MCP)" id="{35A9B8F4-C1B9-49EE-9205-EA775679BCE1}">
          <p14:sldIdLst>
            <p14:sldId id="2566"/>
            <p14:sldId id="2567"/>
            <p14:sldId id="2580"/>
            <p14:sldId id="2581"/>
            <p14:sldId id="2586"/>
            <p14:sldId id="2587"/>
            <p14:sldId id="2577"/>
          </p14:sldIdLst>
        </p14:section>
        <p14:section name="Practical Applications of MCP" id="{448EDF95-677C-4EBE-9128-DC41D5705C6F}">
          <p14:sldIdLst/>
        </p14:section>
        <p14:section name="Custom MCP Server Development" id="{FD6E6F92-99E7-4AA4-90EF-64F9179CAD28}">
          <p14:sldIdLst>
            <p14:sldId id="2578"/>
          </p14:sldIdLst>
        </p14:section>
        <p14:section name="Benefits of Standardized AI Integration" id="{B2FBCA7D-29C9-45F1-997E-C3EFA67EB4B3}">
          <p14:sldIdLst>
            <p14:sldId id="2572"/>
            <p14:sldId id="2573"/>
            <p14:sldId id="2579"/>
          </p14:sldIdLst>
        </p14:section>
        <p14:section name="Conclusion and Call to Action" id="{5DAD68D4-82E8-47C2-9B58-14CEC2AB746A}">
          <p14:sldIdLst>
            <p14:sldId id="2574"/>
            <p14:sldId id="25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A92156-2263-4BE9-8E45-416A067DAEAD}" v="18" dt="2025-09-03T16:20:03.6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102" d="100"/>
          <a:sy n="102" d="100"/>
        </p:scale>
        <p:origin x="144"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4000" b="1" i="0" u="none" strike="noStrike" kern="1200" spc="0" baseline="0">
                <a:solidFill>
                  <a:schemeClr val="tx1">
                    <a:lumMod val="65000"/>
                    <a:lumOff val="35000"/>
                  </a:schemeClr>
                </a:solidFill>
                <a:latin typeface="+mn-lt"/>
                <a:ea typeface="+mn-ea"/>
                <a:cs typeface="+mn-cs"/>
              </a:defRPr>
            </a:pPr>
            <a:r>
              <a:rPr lang="en-US" sz="4000" b="1" dirty="0"/>
              <a:t>Context vs Result Quality</a:t>
            </a:r>
          </a:p>
        </c:rich>
      </c:tx>
      <c:overlay val="0"/>
      <c:spPr>
        <a:noFill/>
        <a:ln>
          <a:noFill/>
        </a:ln>
        <a:effectLst/>
      </c:spPr>
      <c:txPr>
        <a:bodyPr rot="0" spcFirstLastPara="1" vertOverflow="ellipsis" vert="horz" wrap="square" anchor="ctr" anchorCtr="1"/>
        <a:lstStyle/>
        <a:p>
          <a:pPr>
            <a:defRPr sz="40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none"/>
          </c:marker>
          <c:cat>
            <c:numRef>
              <c:f>Sheet1!$A$2:$A$11</c:f>
              <c:numCache>
                <c:formatCode>General</c:formatCode>
                <c:ptCount val="10"/>
              </c:numCache>
            </c:numRef>
          </c:cat>
          <c:val>
            <c:numRef>
              <c:f>Sheet1!$B$2:$B$11</c:f>
              <c:numCache>
                <c:formatCode>General</c:formatCode>
                <c:ptCount val="10"/>
                <c:pt idx="0">
                  <c:v>10</c:v>
                </c:pt>
                <c:pt idx="1">
                  <c:v>40</c:v>
                </c:pt>
                <c:pt idx="2">
                  <c:v>70</c:v>
                </c:pt>
                <c:pt idx="3">
                  <c:v>90</c:v>
                </c:pt>
                <c:pt idx="4">
                  <c:v>95</c:v>
                </c:pt>
                <c:pt idx="5">
                  <c:v>30</c:v>
                </c:pt>
                <c:pt idx="6">
                  <c:v>20</c:v>
                </c:pt>
                <c:pt idx="7">
                  <c:v>10</c:v>
                </c:pt>
                <c:pt idx="8">
                  <c:v>5</c:v>
                </c:pt>
                <c:pt idx="9">
                  <c:v>1</c:v>
                </c:pt>
              </c:numCache>
            </c:numRef>
          </c:val>
          <c:smooth val="0"/>
          <c:extLst>
            <c:ext xmlns:c16="http://schemas.microsoft.com/office/drawing/2014/chart" uri="{C3380CC4-5D6E-409C-BE32-E72D297353CC}">
              <c16:uniqueId val="{00000000-AE4F-4DF7-9449-E5FD224BE4BE}"/>
            </c:ext>
          </c:extLst>
        </c:ser>
        <c:ser>
          <c:idx val="1"/>
          <c:order val="1"/>
          <c:tx>
            <c:strRef>
              <c:f>Sheet1!$C$1</c:f>
              <c:strCache>
                <c:ptCount val="1"/>
                <c:pt idx="0">
                  <c:v>Series 2</c:v>
                </c:pt>
              </c:strCache>
            </c:strRef>
          </c:tx>
          <c:spPr>
            <a:ln w="28575" cap="rnd">
              <a:solidFill>
                <a:schemeClr val="accent2"/>
              </a:solidFill>
              <a:round/>
            </a:ln>
            <a:effectLst/>
          </c:spPr>
          <c:marker>
            <c:symbol val="none"/>
          </c:marker>
          <c:cat>
            <c:numRef>
              <c:f>Sheet1!$A$2:$A$11</c:f>
              <c:numCache>
                <c:formatCode>General</c:formatCode>
                <c:ptCount val="10"/>
              </c:numCache>
            </c:numRef>
          </c:cat>
          <c:val>
            <c:numRef>
              <c:f>Sheet1!$C$2:$C$11</c:f>
              <c:numCache>
                <c:formatCode>General</c:formatCode>
                <c:ptCount val="10"/>
                <c:pt idx="0">
                  <c:v>-10</c:v>
                </c:pt>
                <c:pt idx="1">
                  <c:v>20</c:v>
                </c:pt>
                <c:pt idx="2">
                  <c:v>50</c:v>
                </c:pt>
                <c:pt idx="3">
                  <c:v>70</c:v>
                </c:pt>
                <c:pt idx="4">
                  <c:v>75</c:v>
                </c:pt>
                <c:pt idx="5">
                  <c:v>10</c:v>
                </c:pt>
                <c:pt idx="6">
                  <c:v>0</c:v>
                </c:pt>
                <c:pt idx="7">
                  <c:v>-10</c:v>
                </c:pt>
                <c:pt idx="8">
                  <c:v>-15</c:v>
                </c:pt>
                <c:pt idx="9">
                  <c:v>-19</c:v>
                </c:pt>
              </c:numCache>
            </c:numRef>
          </c:val>
          <c:smooth val="0"/>
          <c:extLst>
            <c:ext xmlns:c16="http://schemas.microsoft.com/office/drawing/2014/chart" uri="{C3380CC4-5D6E-409C-BE32-E72D297353CC}">
              <c16:uniqueId val="{00000000-5882-45E9-AF0E-E7602048B234}"/>
            </c:ext>
          </c:extLst>
        </c:ser>
        <c:dLbls>
          <c:showLegendKey val="0"/>
          <c:showVal val="0"/>
          <c:showCatName val="0"/>
          <c:showSerName val="0"/>
          <c:showPercent val="0"/>
          <c:showBubbleSize val="0"/>
        </c:dLbls>
        <c:smooth val="0"/>
        <c:axId val="1534040016"/>
        <c:axId val="1534040496"/>
      </c:lineChart>
      <c:catAx>
        <c:axId val="1534040016"/>
        <c:scaling>
          <c:orientation val="minMax"/>
        </c:scaling>
        <c:delete val="0"/>
        <c:axPos val="b"/>
        <c:title>
          <c:tx>
            <c:rich>
              <a:bodyPr rot="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r>
                  <a:rPr lang="en-US" sz="2400" dirty="0"/>
                  <a:t>Context Size</a:t>
                </a:r>
              </a:p>
            </c:rich>
          </c:tx>
          <c:overlay val="0"/>
          <c:spPr>
            <a:noFill/>
            <a:ln>
              <a:noFill/>
            </a:ln>
            <a:effectLst/>
          </c:spPr>
          <c:txPr>
            <a:bodyPr rot="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34040496"/>
        <c:crosses val="autoZero"/>
        <c:auto val="1"/>
        <c:lblAlgn val="ctr"/>
        <c:lblOffset val="100"/>
        <c:noMultiLvlLbl val="0"/>
      </c:catAx>
      <c:valAx>
        <c:axId val="1534040496"/>
        <c:scaling>
          <c:orientation val="minMax"/>
          <c:max val="100"/>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r>
                  <a:rPr lang="en-US" sz="2400" dirty="0"/>
                  <a:t>Result Quality</a:t>
                </a:r>
              </a:p>
            </c:rich>
          </c:tx>
          <c:overlay val="0"/>
          <c:spPr>
            <a:noFill/>
            <a:ln>
              <a:noFill/>
            </a:ln>
            <a:effectLst/>
          </c:spPr>
          <c:txPr>
            <a:bodyPr rot="-54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340400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4000" b="1" i="0" u="none" strike="noStrike" kern="1200" spc="0" baseline="0">
                <a:solidFill>
                  <a:schemeClr val="tx1">
                    <a:lumMod val="65000"/>
                    <a:lumOff val="35000"/>
                  </a:schemeClr>
                </a:solidFill>
                <a:latin typeface="+mn-lt"/>
                <a:ea typeface="+mn-ea"/>
                <a:cs typeface="+mn-cs"/>
              </a:defRPr>
            </a:pPr>
            <a:r>
              <a:rPr lang="en-US" sz="4000" b="1" dirty="0"/>
              <a:t>Context vs Result Quality</a:t>
            </a:r>
          </a:p>
        </c:rich>
      </c:tx>
      <c:overlay val="0"/>
      <c:spPr>
        <a:noFill/>
        <a:ln>
          <a:noFill/>
        </a:ln>
        <a:effectLst/>
      </c:spPr>
      <c:txPr>
        <a:bodyPr rot="0" spcFirstLastPara="1" vertOverflow="ellipsis" vert="horz" wrap="square" anchor="ctr" anchorCtr="1"/>
        <a:lstStyle/>
        <a:p>
          <a:pPr>
            <a:defRPr sz="40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none"/>
          </c:marker>
          <c:cat>
            <c:numRef>
              <c:f>Sheet1!$A$2:$A$11</c:f>
              <c:numCache>
                <c:formatCode>General</c:formatCode>
                <c:ptCount val="10"/>
              </c:numCache>
            </c:numRef>
          </c:cat>
          <c:val>
            <c:numRef>
              <c:f>Sheet1!$B$2:$B$11</c:f>
              <c:numCache>
                <c:formatCode>General</c:formatCode>
                <c:ptCount val="10"/>
                <c:pt idx="0">
                  <c:v>10</c:v>
                </c:pt>
                <c:pt idx="1">
                  <c:v>40</c:v>
                </c:pt>
                <c:pt idx="2">
                  <c:v>70</c:v>
                </c:pt>
                <c:pt idx="3">
                  <c:v>90</c:v>
                </c:pt>
                <c:pt idx="4">
                  <c:v>95</c:v>
                </c:pt>
                <c:pt idx="5">
                  <c:v>30</c:v>
                </c:pt>
                <c:pt idx="6">
                  <c:v>20</c:v>
                </c:pt>
                <c:pt idx="7">
                  <c:v>10</c:v>
                </c:pt>
                <c:pt idx="8">
                  <c:v>5</c:v>
                </c:pt>
                <c:pt idx="9">
                  <c:v>1</c:v>
                </c:pt>
              </c:numCache>
            </c:numRef>
          </c:val>
          <c:smooth val="0"/>
          <c:extLst>
            <c:ext xmlns:c16="http://schemas.microsoft.com/office/drawing/2014/chart" uri="{C3380CC4-5D6E-409C-BE32-E72D297353CC}">
              <c16:uniqueId val="{00000000-4604-4E41-B5DF-64DDE9E84F94}"/>
            </c:ext>
          </c:extLst>
        </c:ser>
        <c:ser>
          <c:idx val="1"/>
          <c:order val="1"/>
          <c:tx>
            <c:strRef>
              <c:f>Sheet1!$C$1</c:f>
              <c:strCache>
                <c:ptCount val="1"/>
                <c:pt idx="0">
                  <c:v>Series 2</c:v>
                </c:pt>
              </c:strCache>
            </c:strRef>
          </c:tx>
          <c:spPr>
            <a:ln w="28575" cap="rnd">
              <a:solidFill>
                <a:schemeClr val="accent2"/>
              </a:solidFill>
              <a:round/>
            </a:ln>
            <a:effectLst/>
          </c:spPr>
          <c:marker>
            <c:symbol val="none"/>
          </c:marker>
          <c:cat>
            <c:numRef>
              <c:f>Sheet1!$A$2:$A$11</c:f>
              <c:numCache>
                <c:formatCode>General</c:formatCode>
                <c:ptCount val="10"/>
              </c:numCache>
            </c:numRef>
          </c:cat>
          <c:val>
            <c:numRef>
              <c:f>Sheet1!$C$2:$C$11</c:f>
              <c:numCache>
                <c:formatCode>General</c:formatCode>
                <c:ptCount val="10"/>
                <c:pt idx="0">
                  <c:v>-10</c:v>
                </c:pt>
                <c:pt idx="1">
                  <c:v>20</c:v>
                </c:pt>
                <c:pt idx="2">
                  <c:v>50</c:v>
                </c:pt>
                <c:pt idx="3">
                  <c:v>70</c:v>
                </c:pt>
                <c:pt idx="4">
                  <c:v>75</c:v>
                </c:pt>
                <c:pt idx="5">
                  <c:v>10</c:v>
                </c:pt>
                <c:pt idx="6">
                  <c:v>0</c:v>
                </c:pt>
                <c:pt idx="7">
                  <c:v>-10</c:v>
                </c:pt>
                <c:pt idx="8">
                  <c:v>-15</c:v>
                </c:pt>
                <c:pt idx="9">
                  <c:v>-19</c:v>
                </c:pt>
              </c:numCache>
            </c:numRef>
          </c:val>
          <c:smooth val="0"/>
          <c:extLst>
            <c:ext xmlns:c16="http://schemas.microsoft.com/office/drawing/2014/chart" uri="{C3380CC4-5D6E-409C-BE32-E72D297353CC}">
              <c16:uniqueId val="{00000001-4604-4E41-B5DF-64DDE9E84F94}"/>
            </c:ext>
          </c:extLst>
        </c:ser>
        <c:dLbls>
          <c:showLegendKey val="0"/>
          <c:showVal val="0"/>
          <c:showCatName val="0"/>
          <c:showSerName val="0"/>
          <c:showPercent val="0"/>
          <c:showBubbleSize val="0"/>
        </c:dLbls>
        <c:smooth val="0"/>
        <c:axId val="1534040016"/>
        <c:axId val="1534040496"/>
      </c:lineChart>
      <c:catAx>
        <c:axId val="1534040016"/>
        <c:scaling>
          <c:orientation val="minMax"/>
        </c:scaling>
        <c:delete val="0"/>
        <c:axPos val="b"/>
        <c:title>
          <c:tx>
            <c:rich>
              <a:bodyPr rot="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r>
                  <a:rPr lang="en-US" sz="2400" dirty="0"/>
                  <a:t>Context Size</a:t>
                </a:r>
              </a:p>
            </c:rich>
          </c:tx>
          <c:overlay val="0"/>
          <c:spPr>
            <a:noFill/>
            <a:ln>
              <a:noFill/>
            </a:ln>
            <a:effectLst/>
          </c:spPr>
          <c:txPr>
            <a:bodyPr rot="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34040496"/>
        <c:crosses val="autoZero"/>
        <c:auto val="1"/>
        <c:lblAlgn val="ctr"/>
        <c:lblOffset val="100"/>
        <c:noMultiLvlLbl val="0"/>
      </c:catAx>
      <c:valAx>
        <c:axId val="1534040496"/>
        <c:scaling>
          <c:orientation val="minMax"/>
          <c:max val="100"/>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r>
                  <a:rPr lang="en-US" sz="2400" dirty="0"/>
                  <a:t>Result Quality</a:t>
                </a:r>
              </a:p>
            </c:rich>
          </c:tx>
          <c:overlay val="0"/>
          <c:spPr>
            <a:noFill/>
            <a:ln>
              <a:noFill/>
            </a:ln>
            <a:effectLst/>
          </c:spPr>
          <c:txPr>
            <a:bodyPr rot="-54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340400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image" Target="../media/image13.jpg"/><Relationship Id="rId5" Type="http://schemas.openxmlformats.org/officeDocument/2006/relationships/image" Target="../media/image17.jpg"/><Relationship Id="rId4" Type="http://schemas.openxmlformats.org/officeDocument/2006/relationships/image" Target="../media/image16.png"/></Relationships>
</file>

<file path=ppt/diagrams/_rels/drawing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image" Target="../media/image13.jpg"/><Relationship Id="rId5" Type="http://schemas.openxmlformats.org/officeDocument/2006/relationships/image" Target="../media/image17.jpg"/><Relationship Id="rId4" Type="http://schemas.openxmlformats.org/officeDocument/2006/relationships/image" Target="../media/image16.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4526EB4-0581-4F47-BCA2-D371BEBD23E0}" type="doc">
      <dgm:prSet loTypeId="urn:microsoft.com/office/officeart/2005/8/layout/pList2" loCatId="list" qsTypeId="urn:microsoft.com/office/officeart/2005/8/quickstyle/simple1" qsCatId="simple" csTypeId="urn:microsoft.com/office/officeart/2005/8/colors/accent1_2" csCatId="accent1" phldr="1"/>
      <dgm:spPr/>
      <dgm:t>
        <a:bodyPr/>
        <a:lstStyle/>
        <a:p>
          <a:endParaRPr lang="en-US"/>
        </a:p>
      </dgm:t>
    </dgm:pt>
    <dgm:pt modelId="{238BCEB3-BFD7-40EA-99DC-0646A41A7FCE}">
      <dgm:prSet phldrT="[Text]" phldr="0"/>
      <dgm:spPr/>
      <dgm:t>
        <a:bodyPr/>
        <a:lstStyle/>
        <a:p>
          <a:r>
            <a:rPr lang="en-US" dirty="0"/>
            <a:t>Anti-AI</a:t>
          </a:r>
        </a:p>
      </dgm:t>
    </dgm:pt>
    <dgm:pt modelId="{7C1A9E09-0543-4291-9315-AF893FB9A2B8}" type="parTrans" cxnId="{88773B54-B380-4AF9-9A19-F7412DB45EB6}">
      <dgm:prSet/>
      <dgm:spPr/>
      <dgm:t>
        <a:bodyPr/>
        <a:lstStyle/>
        <a:p>
          <a:endParaRPr lang="en-US"/>
        </a:p>
      </dgm:t>
    </dgm:pt>
    <dgm:pt modelId="{1D45AC90-1A74-4F60-BF38-3C35B51A4ABB}" type="sibTrans" cxnId="{88773B54-B380-4AF9-9A19-F7412DB45EB6}">
      <dgm:prSet/>
      <dgm:spPr/>
      <dgm:t>
        <a:bodyPr/>
        <a:lstStyle/>
        <a:p>
          <a:endParaRPr lang="en-US"/>
        </a:p>
      </dgm:t>
    </dgm:pt>
    <dgm:pt modelId="{C5D522C2-A791-4D60-B64F-DF9432B6056B}">
      <dgm:prSet phldrT="[Text]" phldr="0"/>
      <dgm:spPr/>
      <dgm:t>
        <a:bodyPr/>
        <a:lstStyle/>
        <a:p>
          <a:r>
            <a:rPr lang="en-US"/>
            <a:t>Chat about my problem</a:t>
          </a:r>
          <a:endParaRPr lang="en-US" dirty="0"/>
        </a:p>
      </dgm:t>
    </dgm:pt>
    <dgm:pt modelId="{DF07462D-9EA1-402B-BB25-494E08B319AD}" type="parTrans" cxnId="{FB3AD785-01BA-488F-9BC2-F5CA0D135041}">
      <dgm:prSet/>
      <dgm:spPr/>
      <dgm:t>
        <a:bodyPr/>
        <a:lstStyle/>
        <a:p>
          <a:endParaRPr lang="en-US"/>
        </a:p>
      </dgm:t>
    </dgm:pt>
    <dgm:pt modelId="{5C1D49C8-C5DA-4A3E-AE93-66440B906162}" type="sibTrans" cxnId="{FB3AD785-01BA-488F-9BC2-F5CA0D135041}">
      <dgm:prSet/>
      <dgm:spPr/>
      <dgm:t>
        <a:bodyPr/>
        <a:lstStyle/>
        <a:p>
          <a:endParaRPr lang="en-US"/>
        </a:p>
      </dgm:t>
    </dgm:pt>
    <dgm:pt modelId="{8BBB1B10-E251-4F0A-AE95-C4376524EFCC}">
      <dgm:prSet phldrT="[Text]" phldr="0"/>
      <dgm:spPr/>
      <dgm:t>
        <a:bodyPr/>
        <a:lstStyle/>
        <a:p>
          <a:r>
            <a:rPr lang="en-US" dirty="0"/>
            <a:t>Agents help me on my tasks</a:t>
          </a:r>
        </a:p>
      </dgm:t>
    </dgm:pt>
    <dgm:pt modelId="{C2A6FF4E-3C42-4337-BFF6-DD5D15F399F9}" type="parTrans" cxnId="{F0852B2C-9ED0-4B3F-AEA6-0C7CEFF9FD07}">
      <dgm:prSet/>
      <dgm:spPr/>
      <dgm:t>
        <a:bodyPr/>
        <a:lstStyle/>
        <a:p>
          <a:endParaRPr lang="en-US"/>
        </a:p>
      </dgm:t>
    </dgm:pt>
    <dgm:pt modelId="{16752EE8-5B19-48AB-B2D1-92FF2A68A59A}" type="sibTrans" cxnId="{F0852B2C-9ED0-4B3F-AEA6-0C7CEFF9FD07}">
      <dgm:prSet/>
      <dgm:spPr/>
      <dgm:t>
        <a:bodyPr/>
        <a:lstStyle/>
        <a:p>
          <a:endParaRPr lang="en-US"/>
        </a:p>
      </dgm:t>
    </dgm:pt>
    <dgm:pt modelId="{DEF66A4A-7513-4B81-A23D-D8971740BA6F}">
      <dgm:prSet phldrT="[Text]" phldr="0"/>
      <dgm:spPr/>
      <dgm:t>
        <a:bodyPr/>
        <a:lstStyle/>
        <a:p>
          <a:r>
            <a:rPr lang="en-US" dirty="0"/>
            <a:t>I assign work to Agents and then review</a:t>
          </a:r>
        </a:p>
      </dgm:t>
    </dgm:pt>
    <dgm:pt modelId="{96948DDF-0CCD-466E-B6EE-E72A045BB516}" type="parTrans" cxnId="{58DB2CDC-69D5-4692-9F07-0F7A42802D17}">
      <dgm:prSet/>
      <dgm:spPr/>
      <dgm:t>
        <a:bodyPr/>
        <a:lstStyle/>
        <a:p>
          <a:endParaRPr lang="en-US"/>
        </a:p>
      </dgm:t>
    </dgm:pt>
    <dgm:pt modelId="{88937A2D-6966-4847-AE66-096E6F8B9239}" type="sibTrans" cxnId="{58DB2CDC-69D5-4692-9F07-0F7A42802D17}">
      <dgm:prSet/>
      <dgm:spPr/>
      <dgm:t>
        <a:bodyPr/>
        <a:lstStyle/>
        <a:p>
          <a:endParaRPr lang="en-US"/>
        </a:p>
      </dgm:t>
    </dgm:pt>
    <dgm:pt modelId="{6C1CE435-D8A9-46EA-938E-DEABF469BD45}">
      <dgm:prSet phldrT="[Text]" phldr="0"/>
      <dgm:spPr/>
      <dgm:t>
        <a:bodyPr/>
        <a:lstStyle/>
        <a:p>
          <a:r>
            <a:rPr lang="en-US"/>
            <a:t>AI runs my life entirely</a:t>
          </a:r>
          <a:endParaRPr lang="en-US" dirty="0"/>
        </a:p>
      </dgm:t>
    </dgm:pt>
    <dgm:pt modelId="{7E5A99FA-B40A-4C15-A84A-647B7FAACD90}" type="parTrans" cxnId="{6A5FBA94-A8A0-452B-A49C-DC7C0FDD2664}">
      <dgm:prSet/>
      <dgm:spPr/>
      <dgm:t>
        <a:bodyPr/>
        <a:lstStyle/>
        <a:p>
          <a:endParaRPr lang="en-US"/>
        </a:p>
      </dgm:t>
    </dgm:pt>
    <dgm:pt modelId="{1BD2450D-7FA4-430C-BB66-C712ADAD4B85}" type="sibTrans" cxnId="{6A5FBA94-A8A0-452B-A49C-DC7C0FDD2664}">
      <dgm:prSet/>
      <dgm:spPr/>
      <dgm:t>
        <a:bodyPr/>
        <a:lstStyle/>
        <a:p>
          <a:endParaRPr lang="en-US"/>
        </a:p>
      </dgm:t>
    </dgm:pt>
    <dgm:pt modelId="{12EBF963-E20A-4B1B-9F52-BAD44859C76B}" type="pres">
      <dgm:prSet presAssocID="{D4526EB4-0581-4F47-BCA2-D371BEBD23E0}" presName="Name0" presStyleCnt="0">
        <dgm:presLayoutVars>
          <dgm:dir/>
          <dgm:resizeHandles val="exact"/>
        </dgm:presLayoutVars>
      </dgm:prSet>
      <dgm:spPr/>
    </dgm:pt>
    <dgm:pt modelId="{2FFC36F6-DA35-4049-93CD-D37C309A8A11}" type="pres">
      <dgm:prSet presAssocID="{D4526EB4-0581-4F47-BCA2-D371BEBD23E0}" presName="bkgdShp" presStyleLbl="alignAccFollowNode1" presStyleIdx="0" presStyleCnt="1"/>
      <dgm:spPr/>
    </dgm:pt>
    <dgm:pt modelId="{C8E20FD4-5C5E-491C-8D36-EBEB8A4B7F3E}" type="pres">
      <dgm:prSet presAssocID="{D4526EB4-0581-4F47-BCA2-D371BEBD23E0}" presName="linComp" presStyleCnt="0"/>
      <dgm:spPr/>
    </dgm:pt>
    <dgm:pt modelId="{6C894116-DFDD-4E28-823F-01FF44BA1B56}" type="pres">
      <dgm:prSet presAssocID="{238BCEB3-BFD7-40EA-99DC-0646A41A7FCE}" presName="compNode" presStyleCnt="0"/>
      <dgm:spPr/>
    </dgm:pt>
    <dgm:pt modelId="{0E671806-4AA8-4D39-A5C0-4CD58D08FDD7}" type="pres">
      <dgm:prSet presAssocID="{238BCEB3-BFD7-40EA-99DC-0646A41A7FCE}" presName="node" presStyleLbl="node1" presStyleIdx="0" presStyleCnt="5">
        <dgm:presLayoutVars>
          <dgm:bulletEnabled val="1"/>
        </dgm:presLayoutVars>
      </dgm:prSet>
      <dgm:spPr/>
    </dgm:pt>
    <dgm:pt modelId="{74992C8D-10FC-45C1-9EE6-6EC286FD3560}" type="pres">
      <dgm:prSet presAssocID="{238BCEB3-BFD7-40EA-99DC-0646A41A7FCE}" presName="invisiNode" presStyleLbl="node1" presStyleIdx="0" presStyleCnt="5"/>
      <dgm:spPr/>
    </dgm:pt>
    <dgm:pt modelId="{6D1299BA-DC44-4FB3-B1F9-574B2A5A095F}" type="pres">
      <dgm:prSet presAssocID="{238BCEB3-BFD7-40EA-99DC-0646A41A7FCE}" presName="imagNode" presStyleLbl="fgImgPlace1" presStyleIdx="0" presStyleCnt="5"/>
      <dgm:spPr>
        <a:blipFill>
          <a:blip xmlns:r="http://schemas.openxmlformats.org/officeDocument/2006/relationships" r:embed="rId1"/>
          <a:srcRect/>
          <a:stretch>
            <a:fillRect t="-31000" b="-31000"/>
          </a:stretch>
        </a:blipFill>
      </dgm:spPr>
    </dgm:pt>
    <dgm:pt modelId="{EC07CE86-A263-44B6-9D4A-9145B5AAECAB}" type="pres">
      <dgm:prSet presAssocID="{1D45AC90-1A74-4F60-BF38-3C35B51A4ABB}" presName="sibTrans" presStyleLbl="sibTrans2D1" presStyleIdx="0" presStyleCnt="0"/>
      <dgm:spPr/>
    </dgm:pt>
    <dgm:pt modelId="{FBBEE222-ABFA-48F8-B10F-F557EB44921C}" type="pres">
      <dgm:prSet presAssocID="{C5D522C2-A791-4D60-B64F-DF9432B6056B}" presName="compNode" presStyleCnt="0"/>
      <dgm:spPr/>
    </dgm:pt>
    <dgm:pt modelId="{7DD53052-AAFB-47A9-A140-B65A12CD3753}" type="pres">
      <dgm:prSet presAssocID="{C5D522C2-A791-4D60-B64F-DF9432B6056B}" presName="node" presStyleLbl="node1" presStyleIdx="1" presStyleCnt="5">
        <dgm:presLayoutVars>
          <dgm:bulletEnabled val="1"/>
        </dgm:presLayoutVars>
      </dgm:prSet>
      <dgm:spPr/>
    </dgm:pt>
    <dgm:pt modelId="{85D5B944-1E21-4816-B3F8-435861A18DC4}" type="pres">
      <dgm:prSet presAssocID="{C5D522C2-A791-4D60-B64F-DF9432B6056B}" presName="invisiNode" presStyleLbl="node1" presStyleIdx="1" presStyleCnt="5"/>
      <dgm:spPr/>
    </dgm:pt>
    <dgm:pt modelId="{6FBB37D4-8352-4C9F-BA3A-86016EDE27FD}" type="pres">
      <dgm:prSet presAssocID="{C5D522C2-A791-4D60-B64F-DF9432B6056B}" presName="imagNode" presStyleLbl="fgImgPlace1" presStyleIdx="1" presStyleCnt="5"/>
      <dgm:spPr>
        <a:blipFill>
          <a:blip xmlns:r="http://schemas.openxmlformats.org/officeDocument/2006/relationships" r:embed="rId2"/>
          <a:srcRect/>
          <a:stretch>
            <a:fillRect l="-23000" r="-23000"/>
          </a:stretch>
        </a:blipFill>
      </dgm:spPr>
    </dgm:pt>
    <dgm:pt modelId="{8BCE03ED-2EFB-40BF-B608-387DC6AB99B7}" type="pres">
      <dgm:prSet presAssocID="{5C1D49C8-C5DA-4A3E-AE93-66440B906162}" presName="sibTrans" presStyleLbl="sibTrans2D1" presStyleIdx="0" presStyleCnt="0"/>
      <dgm:spPr/>
    </dgm:pt>
    <dgm:pt modelId="{85F2E47B-598F-45EC-A102-ACDCBE569DE8}" type="pres">
      <dgm:prSet presAssocID="{8BBB1B10-E251-4F0A-AE95-C4376524EFCC}" presName="compNode" presStyleCnt="0"/>
      <dgm:spPr/>
    </dgm:pt>
    <dgm:pt modelId="{EF0EE7A5-8FB7-4BA5-8F85-1695CD4FB453}" type="pres">
      <dgm:prSet presAssocID="{8BBB1B10-E251-4F0A-AE95-C4376524EFCC}" presName="node" presStyleLbl="node1" presStyleIdx="2" presStyleCnt="5">
        <dgm:presLayoutVars>
          <dgm:bulletEnabled val="1"/>
        </dgm:presLayoutVars>
      </dgm:prSet>
      <dgm:spPr/>
    </dgm:pt>
    <dgm:pt modelId="{9C358124-536B-4DFC-81AE-7FCA61AD24A2}" type="pres">
      <dgm:prSet presAssocID="{8BBB1B10-E251-4F0A-AE95-C4376524EFCC}" presName="invisiNode" presStyleLbl="node1" presStyleIdx="2" presStyleCnt="5"/>
      <dgm:spPr/>
    </dgm:pt>
    <dgm:pt modelId="{AC2184B4-96A1-4D8E-80AF-2763D00530C5}" type="pres">
      <dgm:prSet presAssocID="{8BBB1B10-E251-4F0A-AE95-C4376524EFCC}" presName="imagNode" presStyleLbl="fgImgPlace1" presStyleIdx="2" presStyleCnt="5"/>
      <dgm:spPr>
        <a:blipFill>
          <a:blip xmlns:r="http://schemas.openxmlformats.org/officeDocument/2006/relationships" r:embed="rId3"/>
          <a:srcRect/>
          <a:stretch>
            <a:fillRect t="-3000" b="-3000"/>
          </a:stretch>
        </a:blipFill>
      </dgm:spPr>
    </dgm:pt>
    <dgm:pt modelId="{786F6AB2-1CB9-4259-87EF-FA7E491DD02F}" type="pres">
      <dgm:prSet presAssocID="{16752EE8-5B19-48AB-B2D1-92FF2A68A59A}" presName="sibTrans" presStyleLbl="sibTrans2D1" presStyleIdx="0" presStyleCnt="0"/>
      <dgm:spPr/>
    </dgm:pt>
    <dgm:pt modelId="{06DB018F-A45F-41D1-B121-5336D98C2779}" type="pres">
      <dgm:prSet presAssocID="{DEF66A4A-7513-4B81-A23D-D8971740BA6F}" presName="compNode" presStyleCnt="0"/>
      <dgm:spPr/>
    </dgm:pt>
    <dgm:pt modelId="{42EFD938-A1CE-4444-BD5A-AB19F05097F2}" type="pres">
      <dgm:prSet presAssocID="{DEF66A4A-7513-4B81-A23D-D8971740BA6F}" presName="node" presStyleLbl="node1" presStyleIdx="3" presStyleCnt="5">
        <dgm:presLayoutVars>
          <dgm:bulletEnabled val="1"/>
        </dgm:presLayoutVars>
      </dgm:prSet>
      <dgm:spPr/>
    </dgm:pt>
    <dgm:pt modelId="{F9F06519-DC5F-493F-8216-4DC6C80F66EC}" type="pres">
      <dgm:prSet presAssocID="{DEF66A4A-7513-4B81-A23D-D8971740BA6F}" presName="invisiNode" presStyleLbl="node1" presStyleIdx="3" presStyleCnt="5"/>
      <dgm:spPr/>
    </dgm:pt>
    <dgm:pt modelId="{ECF2C431-7BDD-4A9E-8424-5AA5D4182050}" type="pres">
      <dgm:prSet presAssocID="{DEF66A4A-7513-4B81-A23D-D8971740BA6F}" presName="imagNode" presStyleLbl="fgImgPlace1" presStyleIdx="3" presStyleCnt="5"/>
      <dgm:spPr>
        <a:blipFill>
          <a:blip xmlns:r="http://schemas.openxmlformats.org/officeDocument/2006/relationships" r:embed="rId4"/>
          <a:srcRect/>
          <a:stretch>
            <a:fillRect t="-1000" b="-1000"/>
          </a:stretch>
        </a:blipFill>
      </dgm:spPr>
    </dgm:pt>
    <dgm:pt modelId="{53A52F4C-AC09-4C50-B08A-4685FE8D4BA0}" type="pres">
      <dgm:prSet presAssocID="{88937A2D-6966-4847-AE66-096E6F8B9239}" presName="sibTrans" presStyleLbl="sibTrans2D1" presStyleIdx="0" presStyleCnt="0"/>
      <dgm:spPr/>
    </dgm:pt>
    <dgm:pt modelId="{96EEAD21-090D-4ED1-8D13-7F6BCB148FD3}" type="pres">
      <dgm:prSet presAssocID="{6C1CE435-D8A9-46EA-938E-DEABF469BD45}" presName="compNode" presStyleCnt="0"/>
      <dgm:spPr/>
    </dgm:pt>
    <dgm:pt modelId="{B49AFC41-1D78-4343-8970-3B07E1EC45BE}" type="pres">
      <dgm:prSet presAssocID="{6C1CE435-D8A9-46EA-938E-DEABF469BD45}" presName="node" presStyleLbl="node1" presStyleIdx="4" presStyleCnt="5">
        <dgm:presLayoutVars>
          <dgm:bulletEnabled val="1"/>
        </dgm:presLayoutVars>
      </dgm:prSet>
      <dgm:spPr/>
    </dgm:pt>
    <dgm:pt modelId="{35D66144-462F-4C2F-967D-759874D752CF}" type="pres">
      <dgm:prSet presAssocID="{6C1CE435-D8A9-46EA-938E-DEABF469BD45}" presName="invisiNode" presStyleLbl="node1" presStyleIdx="4" presStyleCnt="5"/>
      <dgm:spPr/>
    </dgm:pt>
    <dgm:pt modelId="{D6EF3429-4E1A-41AC-9027-A90F47F188B7}" type="pres">
      <dgm:prSet presAssocID="{6C1CE435-D8A9-46EA-938E-DEABF469BD45}" presName="imagNode" presStyleLbl="fgImgPlace1" presStyleIdx="4" presStyleCnt="5"/>
      <dgm:spPr>
        <a:blipFill>
          <a:blip xmlns:r="http://schemas.openxmlformats.org/officeDocument/2006/relationships" r:embed="rId5"/>
          <a:srcRect/>
          <a:stretch>
            <a:fillRect l="-29000" r="-29000"/>
          </a:stretch>
        </a:blipFill>
      </dgm:spPr>
    </dgm:pt>
  </dgm:ptLst>
  <dgm:cxnLst>
    <dgm:cxn modelId="{F0852B2C-9ED0-4B3F-AEA6-0C7CEFF9FD07}" srcId="{D4526EB4-0581-4F47-BCA2-D371BEBD23E0}" destId="{8BBB1B10-E251-4F0A-AE95-C4376524EFCC}" srcOrd="2" destOrd="0" parTransId="{C2A6FF4E-3C42-4337-BFF6-DD5D15F399F9}" sibTransId="{16752EE8-5B19-48AB-B2D1-92FF2A68A59A}"/>
    <dgm:cxn modelId="{659AB52E-371A-4F94-A64B-64EF7F98A37D}" type="presOf" srcId="{1D45AC90-1A74-4F60-BF38-3C35B51A4ABB}" destId="{EC07CE86-A263-44B6-9D4A-9145B5AAECAB}" srcOrd="0" destOrd="0" presId="urn:microsoft.com/office/officeart/2005/8/layout/pList2"/>
    <dgm:cxn modelId="{1F481F31-BBB5-4DFA-B093-229606F4E475}" type="presOf" srcId="{238BCEB3-BFD7-40EA-99DC-0646A41A7FCE}" destId="{0E671806-4AA8-4D39-A5C0-4CD58D08FDD7}" srcOrd="0" destOrd="0" presId="urn:microsoft.com/office/officeart/2005/8/layout/pList2"/>
    <dgm:cxn modelId="{C0979136-F704-4A17-AA25-594F9332C79C}" type="presOf" srcId="{8BBB1B10-E251-4F0A-AE95-C4376524EFCC}" destId="{EF0EE7A5-8FB7-4BA5-8F85-1695CD4FB453}" srcOrd="0" destOrd="0" presId="urn:microsoft.com/office/officeart/2005/8/layout/pList2"/>
    <dgm:cxn modelId="{88773B54-B380-4AF9-9A19-F7412DB45EB6}" srcId="{D4526EB4-0581-4F47-BCA2-D371BEBD23E0}" destId="{238BCEB3-BFD7-40EA-99DC-0646A41A7FCE}" srcOrd="0" destOrd="0" parTransId="{7C1A9E09-0543-4291-9315-AF893FB9A2B8}" sibTransId="{1D45AC90-1A74-4F60-BF38-3C35B51A4ABB}"/>
    <dgm:cxn modelId="{FB3AD785-01BA-488F-9BC2-F5CA0D135041}" srcId="{D4526EB4-0581-4F47-BCA2-D371BEBD23E0}" destId="{C5D522C2-A791-4D60-B64F-DF9432B6056B}" srcOrd="1" destOrd="0" parTransId="{DF07462D-9EA1-402B-BB25-494E08B319AD}" sibTransId="{5C1D49C8-C5DA-4A3E-AE93-66440B906162}"/>
    <dgm:cxn modelId="{54F2478C-2635-4B18-83F5-3BBD741EBDF5}" type="presOf" srcId="{88937A2D-6966-4847-AE66-096E6F8B9239}" destId="{53A52F4C-AC09-4C50-B08A-4685FE8D4BA0}" srcOrd="0" destOrd="0" presId="urn:microsoft.com/office/officeart/2005/8/layout/pList2"/>
    <dgm:cxn modelId="{6A5FBA94-A8A0-452B-A49C-DC7C0FDD2664}" srcId="{D4526EB4-0581-4F47-BCA2-D371BEBD23E0}" destId="{6C1CE435-D8A9-46EA-938E-DEABF469BD45}" srcOrd="4" destOrd="0" parTransId="{7E5A99FA-B40A-4C15-A84A-647B7FAACD90}" sibTransId="{1BD2450D-7FA4-430C-BB66-C712ADAD4B85}"/>
    <dgm:cxn modelId="{034976AD-2C3E-4680-A4DD-835B42A1EC93}" type="presOf" srcId="{16752EE8-5B19-48AB-B2D1-92FF2A68A59A}" destId="{786F6AB2-1CB9-4259-87EF-FA7E491DD02F}" srcOrd="0" destOrd="0" presId="urn:microsoft.com/office/officeart/2005/8/layout/pList2"/>
    <dgm:cxn modelId="{A9CC5CBD-92F4-4245-953F-406D7F774B48}" type="presOf" srcId="{D4526EB4-0581-4F47-BCA2-D371BEBD23E0}" destId="{12EBF963-E20A-4B1B-9F52-BAD44859C76B}" srcOrd="0" destOrd="0" presId="urn:microsoft.com/office/officeart/2005/8/layout/pList2"/>
    <dgm:cxn modelId="{1B2D7EC9-108A-4D0A-82BF-5DA249EB5113}" type="presOf" srcId="{DEF66A4A-7513-4B81-A23D-D8971740BA6F}" destId="{42EFD938-A1CE-4444-BD5A-AB19F05097F2}" srcOrd="0" destOrd="0" presId="urn:microsoft.com/office/officeart/2005/8/layout/pList2"/>
    <dgm:cxn modelId="{DD9352CC-09C9-4313-A1D1-2FEF924939F8}" type="presOf" srcId="{C5D522C2-A791-4D60-B64F-DF9432B6056B}" destId="{7DD53052-AAFB-47A9-A140-B65A12CD3753}" srcOrd="0" destOrd="0" presId="urn:microsoft.com/office/officeart/2005/8/layout/pList2"/>
    <dgm:cxn modelId="{F39A9ED1-AD4C-43B3-AE40-FE145EF44C97}" type="presOf" srcId="{5C1D49C8-C5DA-4A3E-AE93-66440B906162}" destId="{8BCE03ED-2EFB-40BF-B608-387DC6AB99B7}" srcOrd="0" destOrd="0" presId="urn:microsoft.com/office/officeart/2005/8/layout/pList2"/>
    <dgm:cxn modelId="{58DB2CDC-69D5-4692-9F07-0F7A42802D17}" srcId="{D4526EB4-0581-4F47-BCA2-D371BEBD23E0}" destId="{DEF66A4A-7513-4B81-A23D-D8971740BA6F}" srcOrd="3" destOrd="0" parTransId="{96948DDF-0CCD-466E-B6EE-E72A045BB516}" sibTransId="{88937A2D-6966-4847-AE66-096E6F8B9239}"/>
    <dgm:cxn modelId="{2FE1BEF3-9114-4FF2-97E6-5858B5588CC5}" type="presOf" srcId="{6C1CE435-D8A9-46EA-938E-DEABF469BD45}" destId="{B49AFC41-1D78-4343-8970-3B07E1EC45BE}" srcOrd="0" destOrd="0" presId="urn:microsoft.com/office/officeart/2005/8/layout/pList2"/>
    <dgm:cxn modelId="{7219D75F-F411-4F54-9BEF-A7EE69B394E8}" type="presParOf" srcId="{12EBF963-E20A-4B1B-9F52-BAD44859C76B}" destId="{2FFC36F6-DA35-4049-93CD-D37C309A8A11}" srcOrd="0" destOrd="0" presId="urn:microsoft.com/office/officeart/2005/8/layout/pList2"/>
    <dgm:cxn modelId="{F6945EFF-C7A5-4080-BE6A-5237D2C4B74E}" type="presParOf" srcId="{12EBF963-E20A-4B1B-9F52-BAD44859C76B}" destId="{C8E20FD4-5C5E-491C-8D36-EBEB8A4B7F3E}" srcOrd="1" destOrd="0" presId="urn:microsoft.com/office/officeart/2005/8/layout/pList2"/>
    <dgm:cxn modelId="{AEBBFE5B-2867-4C92-8677-090DF5BB19E6}" type="presParOf" srcId="{C8E20FD4-5C5E-491C-8D36-EBEB8A4B7F3E}" destId="{6C894116-DFDD-4E28-823F-01FF44BA1B56}" srcOrd="0" destOrd="0" presId="urn:microsoft.com/office/officeart/2005/8/layout/pList2"/>
    <dgm:cxn modelId="{D1BBC560-7212-48F0-8973-9D9A0AC7AD08}" type="presParOf" srcId="{6C894116-DFDD-4E28-823F-01FF44BA1B56}" destId="{0E671806-4AA8-4D39-A5C0-4CD58D08FDD7}" srcOrd="0" destOrd="0" presId="urn:microsoft.com/office/officeart/2005/8/layout/pList2"/>
    <dgm:cxn modelId="{D1ECA667-5CDE-4458-B724-7F43E04E999E}" type="presParOf" srcId="{6C894116-DFDD-4E28-823F-01FF44BA1B56}" destId="{74992C8D-10FC-45C1-9EE6-6EC286FD3560}" srcOrd="1" destOrd="0" presId="urn:microsoft.com/office/officeart/2005/8/layout/pList2"/>
    <dgm:cxn modelId="{00479D44-C973-4F84-BC80-B4E0B467E8C3}" type="presParOf" srcId="{6C894116-DFDD-4E28-823F-01FF44BA1B56}" destId="{6D1299BA-DC44-4FB3-B1F9-574B2A5A095F}" srcOrd="2" destOrd="0" presId="urn:microsoft.com/office/officeart/2005/8/layout/pList2"/>
    <dgm:cxn modelId="{4C305F62-AEA5-49A2-B5D5-E75FEC4CD975}" type="presParOf" srcId="{C8E20FD4-5C5E-491C-8D36-EBEB8A4B7F3E}" destId="{EC07CE86-A263-44B6-9D4A-9145B5AAECAB}" srcOrd="1" destOrd="0" presId="urn:microsoft.com/office/officeart/2005/8/layout/pList2"/>
    <dgm:cxn modelId="{54CC2AB1-9F77-4DB6-B27D-F569BA48BA5B}" type="presParOf" srcId="{C8E20FD4-5C5E-491C-8D36-EBEB8A4B7F3E}" destId="{FBBEE222-ABFA-48F8-B10F-F557EB44921C}" srcOrd="2" destOrd="0" presId="urn:microsoft.com/office/officeart/2005/8/layout/pList2"/>
    <dgm:cxn modelId="{2C266A28-FA13-4DAA-BD35-2F0EE786ED63}" type="presParOf" srcId="{FBBEE222-ABFA-48F8-B10F-F557EB44921C}" destId="{7DD53052-AAFB-47A9-A140-B65A12CD3753}" srcOrd="0" destOrd="0" presId="urn:microsoft.com/office/officeart/2005/8/layout/pList2"/>
    <dgm:cxn modelId="{02D0E4E4-A09E-4F01-951C-2C66438FCAD8}" type="presParOf" srcId="{FBBEE222-ABFA-48F8-B10F-F557EB44921C}" destId="{85D5B944-1E21-4816-B3F8-435861A18DC4}" srcOrd="1" destOrd="0" presId="urn:microsoft.com/office/officeart/2005/8/layout/pList2"/>
    <dgm:cxn modelId="{158BD7E9-E68B-43F2-B02B-49D44485ABEF}" type="presParOf" srcId="{FBBEE222-ABFA-48F8-B10F-F557EB44921C}" destId="{6FBB37D4-8352-4C9F-BA3A-86016EDE27FD}" srcOrd="2" destOrd="0" presId="urn:microsoft.com/office/officeart/2005/8/layout/pList2"/>
    <dgm:cxn modelId="{9BD525C7-DF5E-4F3A-8305-7B55DD641572}" type="presParOf" srcId="{C8E20FD4-5C5E-491C-8D36-EBEB8A4B7F3E}" destId="{8BCE03ED-2EFB-40BF-B608-387DC6AB99B7}" srcOrd="3" destOrd="0" presId="urn:microsoft.com/office/officeart/2005/8/layout/pList2"/>
    <dgm:cxn modelId="{696A1F10-7DF7-4856-9C44-A0B3BC072B28}" type="presParOf" srcId="{C8E20FD4-5C5E-491C-8D36-EBEB8A4B7F3E}" destId="{85F2E47B-598F-45EC-A102-ACDCBE569DE8}" srcOrd="4" destOrd="0" presId="urn:microsoft.com/office/officeart/2005/8/layout/pList2"/>
    <dgm:cxn modelId="{F0054602-9234-46FE-8360-D30F117F615C}" type="presParOf" srcId="{85F2E47B-598F-45EC-A102-ACDCBE569DE8}" destId="{EF0EE7A5-8FB7-4BA5-8F85-1695CD4FB453}" srcOrd="0" destOrd="0" presId="urn:microsoft.com/office/officeart/2005/8/layout/pList2"/>
    <dgm:cxn modelId="{C50053F3-6A92-4451-93F3-7A6164512BE2}" type="presParOf" srcId="{85F2E47B-598F-45EC-A102-ACDCBE569DE8}" destId="{9C358124-536B-4DFC-81AE-7FCA61AD24A2}" srcOrd="1" destOrd="0" presId="urn:microsoft.com/office/officeart/2005/8/layout/pList2"/>
    <dgm:cxn modelId="{33E530DF-049B-41AF-9D21-D6C58AD98648}" type="presParOf" srcId="{85F2E47B-598F-45EC-A102-ACDCBE569DE8}" destId="{AC2184B4-96A1-4D8E-80AF-2763D00530C5}" srcOrd="2" destOrd="0" presId="urn:microsoft.com/office/officeart/2005/8/layout/pList2"/>
    <dgm:cxn modelId="{AEF65778-4282-426E-A4C4-EC978B13AF26}" type="presParOf" srcId="{C8E20FD4-5C5E-491C-8D36-EBEB8A4B7F3E}" destId="{786F6AB2-1CB9-4259-87EF-FA7E491DD02F}" srcOrd="5" destOrd="0" presId="urn:microsoft.com/office/officeart/2005/8/layout/pList2"/>
    <dgm:cxn modelId="{C1F75804-1423-41E5-B1A5-65FCCAC7B3D3}" type="presParOf" srcId="{C8E20FD4-5C5E-491C-8D36-EBEB8A4B7F3E}" destId="{06DB018F-A45F-41D1-B121-5336D98C2779}" srcOrd="6" destOrd="0" presId="urn:microsoft.com/office/officeart/2005/8/layout/pList2"/>
    <dgm:cxn modelId="{B046EDA5-7D69-4DC7-83C7-E343AD53E92F}" type="presParOf" srcId="{06DB018F-A45F-41D1-B121-5336D98C2779}" destId="{42EFD938-A1CE-4444-BD5A-AB19F05097F2}" srcOrd="0" destOrd="0" presId="urn:microsoft.com/office/officeart/2005/8/layout/pList2"/>
    <dgm:cxn modelId="{CC82C05A-9999-42FA-99F8-17EB3CC40FFA}" type="presParOf" srcId="{06DB018F-A45F-41D1-B121-5336D98C2779}" destId="{F9F06519-DC5F-493F-8216-4DC6C80F66EC}" srcOrd="1" destOrd="0" presId="urn:microsoft.com/office/officeart/2005/8/layout/pList2"/>
    <dgm:cxn modelId="{B8E923AC-A65B-4CF9-AAE4-B9C04C0D15A7}" type="presParOf" srcId="{06DB018F-A45F-41D1-B121-5336D98C2779}" destId="{ECF2C431-7BDD-4A9E-8424-5AA5D4182050}" srcOrd="2" destOrd="0" presId="urn:microsoft.com/office/officeart/2005/8/layout/pList2"/>
    <dgm:cxn modelId="{C9F8D34C-BCCA-4031-A245-4AAE03A471C6}" type="presParOf" srcId="{C8E20FD4-5C5E-491C-8D36-EBEB8A4B7F3E}" destId="{53A52F4C-AC09-4C50-B08A-4685FE8D4BA0}" srcOrd="7" destOrd="0" presId="urn:microsoft.com/office/officeart/2005/8/layout/pList2"/>
    <dgm:cxn modelId="{A46B9406-F08D-4FEA-AA37-8E221DDF39FF}" type="presParOf" srcId="{C8E20FD4-5C5E-491C-8D36-EBEB8A4B7F3E}" destId="{96EEAD21-090D-4ED1-8D13-7F6BCB148FD3}" srcOrd="8" destOrd="0" presId="urn:microsoft.com/office/officeart/2005/8/layout/pList2"/>
    <dgm:cxn modelId="{C1150C0A-0871-4B85-A4E0-2C09FEDFD2BC}" type="presParOf" srcId="{96EEAD21-090D-4ED1-8D13-7F6BCB148FD3}" destId="{B49AFC41-1D78-4343-8970-3B07E1EC45BE}" srcOrd="0" destOrd="0" presId="urn:microsoft.com/office/officeart/2005/8/layout/pList2"/>
    <dgm:cxn modelId="{6D74C68A-D484-4FB4-8C3F-39313F984BF3}" type="presParOf" srcId="{96EEAD21-090D-4ED1-8D13-7F6BCB148FD3}" destId="{35D66144-462F-4C2F-967D-759874D752CF}" srcOrd="1" destOrd="0" presId="urn:microsoft.com/office/officeart/2005/8/layout/pList2"/>
    <dgm:cxn modelId="{63C40E2F-FB6C-4D19-A160-6CA2CBF0CC8A}" type="presParOf" srcId="{96EEAD21-090D-4ED1-8D13-7F6BCB148FD3}" destId="{D6EF3429-4E1A-41AC-9027-A90F47F188B7}" srcOrd="2" destOrd="0" presId="urn:microsoft.com/office/officeart/2005/8/layout/p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1857AF2-41F0-4E6D-93EA-7C99799CDFA4}" type="doc">
      <dgm:prSet loTypeId="urn:microsoft.com/office/officeart/2005/8/layout/cycle1" loCatId="cycle" qsTypeId="urn:microsoft.com/office/officeart/2005/8/quickstyle/simple1" qsCatId="simple" csTypeId="urn:microsoft.com/office/officeart/2005/8/colors/accent1_1" csCatId="accent1" phldr="1"/>
      <dgm:spPr/>
      <dgm:t>
        <a:bodyPr/>
        <a:lstStyle/>
        <a:p>
          <a:endParaRPr lang="en-US"/>
        </a:p>
      </dgm:t>
    </dgm:pt>
    <dgm:pt modelId="{234FF148-4D04-4A5E-91FA-D4BB1ADAC27D}">
      <dgm:prSet phldrT="[Text]" phldr="0"/>
      <dgm:spPr/>
      <dgm:t>
        <a:bodyPr/>
        <a:lstStyle/>
        <a:p>
          <a:r>
            <a:rPr lang="en-US" dirty="0"/>
            <a:t>Consider Tools</a:t>
          </a:r>
        </a:p>
      </dgm:t>
    </dgm:pt>
    <dgm:pt modelId="{52F63678-4EAD-4E70-A55F-14FE7530D8AD}" type="parTrans" cxnId="{57170F9A-46A2-405C-A3A3-201B654C7A9B}">
      <dgm:prSet/>
      <dgm:spPr/>
      <dgm:t>
        <a:bodyPr/>
        <a:lstStyle/>
        <a:p>
          <a:endParaRPr lang="en-US"/>
        </a:p>
      </dgm:t>
    </dgm:pt>
    <dgm:pt modelId="{C8543A4C-3B83-4567-AB3D-63412C5DE554}" type="sibTrans" cxnId="{57170F9A-46A2-405C-A3A3-201B654C7A9B}">
      <dgm:prSet/>
      <dgm:spPr/>
      <dgm:t>
        <a:bodyPr/>
        <a:lstStyle/>
        <a:p>
          <a:endParaRPr lang="en-US"/>
        </a:p>
      </dgm:t>
    </dgm:pt>
    <dgm:pt modelId="{02A0755E-63EF-4B3C-852F-931CBDA3CA5A}">
      <dgm:prSet phldrT="[Text]" phldr="0"/>
      <dgm:spPr/>
      <dgm:t>
        <a:bodyPr/>
        <a:lstStyle/>
        <a:p>
          <a:r>
            <a:rPr lang="en-US" dirty="0"/>
            <a:t>Plan / Reason</a:t>
          </a:r>
        </a:p>
      </dgm:t>
    </dgm:pt>
    <dgm:pt modelId="{8671F13A-B60A-4F71-81B6-3D47FC7B2665}" type="parTrans" cxnId="{0F806811-6ADA-47E0-BD55-46D7FE52D93A}">
      <dgm:prSet/>
      <dgm:spPr/>
      <dgm:t>
        <a:bodyPr/>
        <a:lstStyle/>
        <a:p>
          <a:endParaRPr lang="en-US"/>
        </a:p>
      </dgm:t>
    </dgm:pt>
    <dgm:pt modelId="{6CB60659-0E46-4F80-A90E-41B405F33AB3}" type="sibTrans" cxnId="{0F806811-6ADA-47E0-BD55-46D7FE52D93A}">
      <dgm:prSet/>
      <dgm:spPr/>
      <dgm:t>
        <a:bodyPr/>
        <a:lstStyle/>
        <a:p>
          <a:endParaRPr lang="en-US"/>
        </a:p>
      </dgm:t>
    </dgm:pt>
    <dgm:pt modelId="{8510E843-24C2-42C0-8E4D-18DD998BB882}">
      <dgm:prSet phldrT="[Text]" phldr="0"/>
      <dgm:spPr/>
      <dgm:t>
        <a:bodyPr/>
        <a:lstStyle/>
        <a:p>
          <a:r>
            <a:rPr lang="en-US"/>
            <a:t>Invoke Tools</a:t>
          </a:r>
          <a:endParaRPr lang="en-US" dirty="0"/>
        </a:p>
      </dgm:t>
    </dgm:pt>
    <dgm:pt modelId="{79C4F2D3-2F99-46E7-8B57-59DCE4E3E69E}" type="parTrans" cxnId="{C70476A7-428B-4DB0-A6A9-1BFBE895DCB1}">
      <dgm:prSet/>
      <dgm:spPr/>
      <dgm:t>
        <a:bodyPr/>
        <a:lstStyle/>
        <a:p>
          <a:endParaRPr lang="en-US"/>
        </a:p>
      </dgm:t>
    </dgm:pt>
    <dgm:pt modelId="{61EBA072-BD63-4988-9926-5820A0A3EC8D}" type="sibTrans" cxnId="{C70476A7-428B-4DB0-A6A9-1BFBE895DCB1}">
      <dgm:prSet/>
      <dgm:spPr/>
      <dgm:t>
        <a:bodyPr/>
        <a:lstStyle/>
        <a:p>
          <a:endParaRPr lang="en-US"/>
        </a:p>
      </dgm:t>
    </dgm:pt>
    <dgm:pt modelId="{995E2385-2CEE-425F-A740-D5F3D25E3C95}" type="pres">
      <dgm:prSet presAssocID="{31857AF2-41F0-4E6D-93EA-7C99799CDFA4}" presName="cycle" presStyleCnt="0">
        <dgm:presLayoutVars>
          <dgm:dir/>
          <dgm:resizeHandles val="exact"/>
        </dgm:presLayoutVars>
      </dgm:prSet>
      <dgm:spPr/>
    </dgm:pt>
    <dgm:pt modelId="{BD6A7EAC-6D0C-4A22-AFA6-DD14DD9AD595}" type="pres">
      <dgm:prSet presAssocID="{234FF148-4D04-4A5E-91FA-D4BB1ADAC27D}" presName="dummy" presStyleCnt="0"/>
      <dgm:spPr/>
    </dgm:pt>
    <dgm:pt modelId="{57A7A397-E518-4131-A5F6-4242910CFA70}" type="pres">
      <dgm:prSet presAssocID="{234FF148-4D04-4A5E-91FA-D4BB1ADAC27D}" presName="node" presStyleLbl="revTx" presStyleIdx="0" presStyleCnt="3">
        <dgm:presLayoutVars>
          <dgm:bulletEnabled val="1"/>
        </dgm:presLayoutVars>
      </dgm:prSet>
      <dgm:spPr/>
    </dgm:pt>
    <dgm:pt modelId="{F53A5701-0DD2-4984-BD22-1BF9ABB5D25D}" type="pres">
      <dgm:prSet presAssocID="{C8543A4C-3B83-4567-AB3D-63412C5DE554}" presName="sibTrans" presStyleLbl="node1" presStyleIdx="0" presStyleCnt="3"/>
      <dgm:spPr/>
    </dgm:pt>
    <dgm:pt modelId="{4DCE5DFD-D92E-47C0-8F86-82A746762F9E}" type="pres">
      <dgm:prSet presAssocID="{02A0755E-63EF-4B3C-852F-931CBDA3CA5A}" presName="dummy" presStyleCnt="0"/>
      <dgm:spPr/>
    </dgm:pt>
    <dgm:pt modelId="{DCDD3A9E-5A94-4B43-9C0D-8E6F22276291}" type="pres">
      <dgm:prSet presAssocID="{02A0755E-63EF-4B3C-852F-931CBDA3CA5A}" presName="node" presStyleLbl="revTx" presStyleIdx="1" presStyleCnt="3">
        <dgm:presLayoutVars>
          <dgm:bulletEnabled val="1"/>
        </dgm:presLayoutVars>
      </dgm:prSet>
      <dgm:spPr/>
    </dgm:pt>
    <dgm:pt modelId="{20C0E9FD-BA4B-4D05-A1ED-40834EFA58EC}" type="pres">
      <dgm:prSet presAssocID="{6CB60659-0E46-4F80-A90E-41B405F33AB3}" presName="sibTrans" presStyleLbl="node1" presStyleIdx="1" presStyleCnt="3"/>
      <dgm:spPr/>
    </dgm:pt>
    <dgm:pt modelId="{BA7EC406-3FA5-446C-A2D6-A17A74CB53F4}" type="pres">
      <dgm:prSet presAssocID="{8510E843-24C2-42C0-8E4D-18DD998BB882}" presName="dummy" presStyleCnt="0"/>
      <dgm:spPr/>
    </dgm:pt>
    <dgm:pt modelId="{E511B780-3FFF-4323-8015-2D6EF9181546}" type="pres">
      <dgm:prSet presAssocID="{8510E843-24C2-42C0-8E4D-18DD998BB882}" presName="node" presStyleLbl="revTx" presStyleIdx="2" presStyleCnt="3">
        <dgm:presLayoutVars>
          <dgm:bulletEnabled val="1"/>
        </dgm:presLayoutVars>
      </dgm:prSet>
      <dgm:spPr/>
    </dgm:pt>
    <dgm:pt modelId="{74BAE117-DEDE-4173-91DE-C1DEF7A02EAB}" type="pres">
      <dgm:prSet presAssocID="{61EBA072-BD63-4988-9926-5820A0A3EC8D}" presName="sibTrans" presStyleLbl="node1" presStyleIdx="2" presStyleCnt="3"/>
      <dgm:spPr/>
    </dgm:pt>
  </dgm:ptLst>
  <dgm:cxnLst>
    <dgm:cxn modelId="{0F806811-6ADA-47E0-BD55-46D7FE52D93A}" srcId="{31857AF2-41F0-4E6D-93EA-7C99799CDFA4}" destId="{02A0755E-63EF-4B3C-852F-931CBDA3CA5A}" srcOrd="1" destOrd="0" parTransId="{8671F13A-B60A-4F71-81B6-3D47FC7B2665}" sibTransId="{6CB60659-0E46-4F80-A90E-41B405F33AB3}"/>
    <dgm:cxn modelId="{1617F745-90DD-4016-99BD-BEA0C5FE5A95}" type="presOf" srcId="{61EBA072-BD63-4988-9926-5820A0A3EC8D}" destId="{74BAE117-DEDE-4173-91DE-C1DEF7A02EAB}" srcOrd="0" destOrd="0" presId="urn:microsoft.com/office/officeart/2005/8/layout/cycle1"/>
    <dgm:cxn modelId="{727FBA4B-8D1B-4383-AD2C-C051CC945905}" type="presOf" srcId="{31857AF2-41F0-4E6D-93EA-7C99799CDFA4}" destId="{995E2385-2CEE-425F-A740-D5F3D25E3C95}" srcOrd="0" destOrd="0" presId="urn:microsoft.com/office/officeart/2005/8/layout/cycle1"/>
    <dgm:cxn modelId="{64962058-C158-4D27-97B0-5BA8F66D6C14}" type="presOf" srcId="{8510E843-24C2-42C0-8E4D-18DD998BB882}" destId="{E511B780-3FFF-4323-8015-2D6EF9181546}" srcOrd="0" destOrd="0" presId="urn:microsoft.com/office/officeart/2005/8/layout/cycle1"/>
    <dgm:cxn modelId="{D3237A8C-E50A-481F-972A-527347FD8466}" type="presOf" srcId="{234FF148-4D04-4A5E-91FA-D4BB1ADAC27D}" destId="{57A7A397-E518-4131-A5F6-4242910CFA70}" srcOrd="0" destOrd="0" presId="urn:microsoft.com/office/officeart/2005/8/layout/cycle1"/>
    <dgm:cxn modelId="{B5911E91-0981-40EF-887E-BBA6E736087F}" type="presOf" srcId="{C8543A4C-3B83-4567-AB3D-63412C5DE554}" destId="{F53A5701-0DD2-4984-BD22-1BF9ABB5D25D}" srcOrd="0" destOrd="0" presId="urn:microsoft.com/office/officeart/2005/8/layout/cycle1"/>
    <dgm:cxn modelId="{57170F9A-46A2-405C-A3A3-201B654C7A9B}" srcId="{31857AF2-41F0-4E6D-93EA-7C99799CDFA4}" destId="{234FF148-4D04-4A5E-91FA-D4BB1ADAC27D}" srcOrd="0" destOrd="0" parTransId="{52F63678-4EAD-4E70-A55F-14FE7530D8AD}" sibTransId="{C8543A4C-3B83-4567-AB3D-63412C5DE554}"/>
    <dgm:cxn modelId="{D6D05CA2-8458-455E-BBBE-828BE26EDDB5}" type="presOf" srcId="{02A0755E-63EF-4B3C-852F-931CBDA3CA5A}" destId="{DCDD3A9E-5A94-4B43-9C0D-8E6F22276291}" srcOrd="0" destOrd="0" presId="urn:microsoft.com/office/officeart/2005/8/layout/cycle1"/>
    <dgm:cxn modelId="{C70476A7-428B-4DB0-A6A9-1BFBE895DCB1}" srcId="{31857AF2-41F0-4E6D-93EA-7C99799CDFA4}" destId="{8510E843-24C2-42C0-8E4D-18DD998BB882}" srcOrd="2" destOrd="0" parTransId="{79C4F2D3-2F99-46E7-8B57-59DCE4E3E69E}" sibTransId="{61EBA072-BD63-4988-9926-5820A0A3EC8D}"/>
    <dgm:cxn modelId="{C4ED98EA-0FE5-4F74-8940-08C5C90A62E7}" type="presOf" srcId="{6CB60659-0E46-4F80-A90E-41B405F33AB3}" destId="{20C0E9FD-BA4B-4D05-A1ED-40834EFA58EC}" srcOrd="0" destOrd="0" presId="urn:microsoft.com/office/officeart/2005/8/layout/cycle1"/>
    <dgm:cxn modelId="{20D7472A-85B3-4AA7-9F8F-CFFE6A90DF91}" type="presParOf" srcId="{995E2385-2CEE-425F-A740-D5F3D25E3C95}" destId="{BD6A7EAC-6D0C-4A22-AFA6-DD14DD9AD595}" srcOrd="0" destOrd="0" presId="urn:microsoft.com/office/officeart/2005/8/layout/cycle1"/>
    <dgm:cxn modelId="{0F701D7E-729D-4EA4-AFE1-6D447C107E38}" type="presParOf" srcId="{995E2385-2CEE-425F-A740-D5F3D25E3C95}" destId="{57A7A397-E518-4131-A5F6-4242910CFA70}" srcOrd="1" destOrd="0" presId="urn:microsoft.com/office/officeart/2005/8/layout/cycle1"/>
    <dgm:cxn modelId="{263D49B0-EE4A-45B7-8C76-0EC085C61D8D}" type="presParOf" srcId="{995E2385-2CEE-425F-A740-D5F3D25E3C95}" destId="{F53A5701-0DD2-4984-BD22-1BF9ABB5D25D}" srcOrd="2" destOrd="0" presId="urn:microsoft.com/office/officeart/2005/8/layout/cycle1"/>
    <dgm:cxn modelId="{DF9E126F-58A5-416B-AB97-30148B35A132}" type="presParOf" srcId="{995E2385-2CEE-425F-A740-D5F3D25E3C95}" destId="{4DCE5DFD-D92E-47C0-8F86-82A746762F9E}" srcOrd="3" destOrd="0" presId="urn:microsoft.com/office/officeart/2005/8/layout/cycle1"/>
    <dgm:cxn modelId="{FF09047A-7F25-4AC2-A853-9939973C9B40}" type="presParOf" srcId="{995E2385-2CEE-425F-A740-D5F3D25E3C95}" destId="{DCDD3A9E-5A94-4B43-9C0D-8E6F22276291}" srcOrd="4" destOrd="0" presId="urn:microsoft.com/office/officeart/2005/8/layout/cycle1"/>
    <dgm:cxn modelId="{D9EDF55C-ADBF-4260-9BF8-69D9396C1DA7}" type="presParOf" srcId="{995E2385-2CEE-425F-A740-D5F3D25E3C95}" destId="{20C0E9FD-BA4B-4D05-A1ED-40834EFA58EC}" srcOrd="5" destOrd="0" presId="urn:microsoft.com/office/officeart/2005/8/layout/cycle1"/>
    <dgm:cxn modelId="{A0B4447C-EF69-46DF-88B5-2A9E96FCDA7F}" type="presParOf" srcId="{995E2385-2CEE-425F-A740-D5F3D25E3C95}" destId="{BA7EC406-3FA5-446C-A2D6-A17A74CB53F4}" srcOrd="6" destOrd="0" presId="urn:microsoft.com/office/officeart/2005/8/layout/cycle1"/>
    <dgm:cxn modelId="{9ECF3A19-D306-4AD9-9856-83046DBF9287}" type="presParOf" srcId="{995E2385-2CEE-425F-A740-D5F3D25E3C95}" destId="{E511B780-3FFF-4323-8015-2D6EF9181546}" srcOrd="7" destOrd="0" presId="urn:microsoft.com/office/officeart/2005/8/layout/cycle1"/>
    <dgm:cxn modelId="{13C8DFCC-5C9E-496E-B32C-E82A2A398FF2}" type="presParOf" srcId="{995E2385-2CEE-425F-A740-D5F3D25E3C95}" destId="{74BAE117-DEDE-4173-91DE-C1DEF7A02EAB}" srcOrd="8" destOrd="0" presId="urn:microsoft.com/office/officeart/2005/8/layout/cycl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FC36F6-DA35-4049-93CD-D37C309A8A11}">
      <dsp:nvSpPr>
        <dsp:cNvPr id="0" name=""/>
        <dsp:cNvSpPr/>
      </dsp:nvSpPr>
      <dsp:spPr>
        <a:xfrm>
          <a:off x="0" y="0"/>
          <a:ext cx="11141049" cy="2164384"/>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D1299BA-DC44-4FB3-B1F9-574B2A5A095F}">
      <dsp:nvSpPr>
        <dsp:cNvPr id="0" name=""/>
        <dsp:cNvSpPr/>
      </dsp:nvSpPr>
      <dsp:spPr>
        <a:xfrm>
          <a:off x="337810" y="288584"/>
          <a:ext cx="1938042" cy="1587215"/>
        </a:xfrm>
        <a:prstGeom prst="roundRect">
          <a:avLst>
            <a:gd name="adj" fmla="val 10000"/>
          </a:avLst>
        </a:prstGeom>
        <a:blipFill>
          <a:blip xmlns:r="http://schemas.openxmlformats.org/officeDocument/2006/relationships" r:embed="rId1"/>
          <a:srcRect/>
          <a:stretch>
            <a:fillRect t="-31000" b="-3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E671806-4AA8-4D39-A5C0-4CD58D08FDD7}">
      <dsp:nvSpPr>
        <dsp:cNvPr id="0" name=""/>
        <dsp:cNvSpPr/>
      </dsp:nvSpPr>
      <dsp:spPr>
        <a:xfrm rot="10800000">
          <a:off x="337810" y="2164384"/>
          <a:ext cx="1938042" cy="2645359"/>
        </a:xfrm>
        <a:prstGeom prst="round2SameRect">
          <a:avLst>
            <a:gd name="adj1" fmla="val 10500"/>
            <a:gd name="adj2" fmla="val 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t" anchorCtr="0">
          <a:noAutofit/>
        </a:bodyPr>
        <a:lstStyle/>
        <a:p>
          <a:pPr marL="0" lvl="0" indent="0" algn="ctr" defTabSz="1289050">
            <a:lnSpc>
              <a:spcPct val="90000"/>
            </a:lnSpc>
            <a:spcBef>
              <a:spcPct val="0"/>
            </a:spcBef>
            <a:spcAft>
              <a:spcPct val="35000"/>
            </a:spcAft>
            <a:buNone/>
          </a:pPr>
          <a:r>
            <a:rPr lang="en-US" sz="2900" kern="1200" dirty="0"/>
            <a:t>Anti-AI</a:t>
          </a:r>
        </a:p>
      </dsp:txBody>
      <dsp:txXfrm rot="10800000">
        <a:off x="397411" y="2164384"/>
        <a:ext cx="1818840" cy="2585758"/>
      </dsp:txXfrm>
    </dsp:sp>
    <dsp:sp modelId="{6FBB37D4-8352-4C9F-BA3A-86016EDE27FD}">
      <dsp:nvSpPr>
        <dsp:cNvPr id="0" name=""/>
        <dsp:cNvSpPr/>
      </dsp:nvSpPr>
      <dsp:spPr>
        <a:xfrm>
          <a:off x="2469657" y="288584"/>
          <a:ext cx="1938042" cy="1587215"/>
        </a:xfrm>
        <a:prstGeom prst="roundRect">
          <a:avLst>
            <a:gd name="adj" fmla="val 10000"/>
          </a:avLst>
        </a:prstGeom>
        <a:blipFill>
          <a:blip xmlns:r="http://schemas.openxmlformats.org/officeDocument/2006/relationships" r:embed="rId2"/>
          <a:srcRect/>
          <a:stretch>
            <a:fillRect l="-23000" r="-23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DD53052-AAFB-47A9-A140-B65A12CD3753}">
      <dsp:nvSpPr>
        <dsp:cNvPr id="0" name=""/>
        <dsp:cNvSpPr/>
      </dsp:nvSpPr>
      <dsp:spPr>
        <a:xfrm rot="10800000">
          <a:off x="2469657" y="2164384"/>
          <a:ext cx="1938042" cy="2645359"/>
        </a:xfrm>
        <a:prstGeom prst="round2SameRect">
          <a:avLst>
            <a:gd name="adj1" fmla="val 10500"/>
            <a:gd name="adj2" fmla="val 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t" anchorCtr="0">
          <a:noAutofit/>
        </a:bodyPr>
        <a:lstStyle/>
        <a:p>
          <a:pPr marL="0" lvl="0" indent="0" algn="ctr" defTabSz="1289050">
            <a:lnSpc>
              <a:spcPct val="90000"/>
            </a:lnSpc>
            <a:spcBef>
              <a:spcPct val="0"/>
            </a:spcBef>
            <a:spcAft>
              <a:spcPct val="35000"/>
            </a:spcAft>
            <a:buNone/>
          </a:pPr>
          <a:r>
            <a:rPr lang="en-US" sz="2900" kern="1200"/>
            <a:t>Chat about my problem</a:t>
          </a:r>
          <a:endParaRPr lang="en-US" sz="2900" kern="1200" dirty="0"/>
        </a:p>
      </dsp:txBody>
      <dsp:txXfrm rot="10800000">
        <a:off x="2529258" y="2164384"/>
        <a:ext cx="1818840" cy="2585758"/>
      </dsp:txXfrm>
    </dsp:sp>
    <dsp:sp modelId="{AC2184B4-96A1-4D8E-80AF-2763D00530C5}">
      <dsp:nvSpPr>
        <dsp:cNvPr id="0" name=""/>
        <dsp:cNvSpPr/>
      </dsp:nvSpPr>
      <dsp:spPr>
        <a:xfrm>
          <a:off x="4601503" y="288584"/>
          <a:ext cx="1938042" cy="1587215"/>
        </a:xfrm>
        <a:prstGeom prst="roundRect">
          <a:avLst>
            <a:gd name="adj" fmla="val 10000"/>
          </a:avLst>
        </a:prstGeom>
        <a:blipFill>
          <a:blip xmlns:r="http://schemas.openxmlformats.org/officeDocument/2006/relationships" r:embed="rId3"/>
          <a:srcRect/>
          <a:stretch>
            <a:fillRect t="-3000" b="-3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F0EE7A5-8FB7-4BA5-8F85-1695CD4FB453}">
      <dsp:nvSpPr>
        <dsp:cNvPr id="0" name=""/>
        <dsp:cNvSpPr/>
      </dsp:nvSpPr>
      <dsp:spPr>
        <a:xfrm rot="10800000">
          <a:off x="4601503" y="2164384"/>
          <a:ext cx="1938042" cy="2645359"/>
        </a:xfrm>
        <a:prstGeom prst="round2SameRect">
          <a:avLst>
            <a:gd name="adj1" fmla="val 10500"/>
            <a:gd name="adj2" fmla="val 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t" anchorCtr="0">
          <a:noAutofit/>
        </a:bodyPr>
        <a:lstStyle/>
        <a:p>
          <a:pPr marL="0" lvl="0" indent="0" algn="ctr" defTabSz="1289050">
            <a:lnSpc>
              <a:spcPct val="90000"/>
            </a:lnSpc>
            <a:spcBef>
              <a:spcPct val="0"/>
            </a:spcBef>
            <a:spcAft>
              <a:spcPct val="35000"/>
            </a:spcAft>
            <a:buNone/>
          </a:pPr>
          <a:r>
            <a:rPr lang="en-US" sz="2900" kern="1200" dirty="0"/>
            <a:t>Agents help me on my tasks</a:t>
          </a:r>
        </a:p>
      </dsp:txBody>
      <dsp:txXfrm rot="10800000">
        <a:off x="4661104" y="2164384"/>
        <a:ext cx="1818840" cy="2585758"/>
      </dsp:txXfrm>
    </dsp:sp>
    <dsp:sp modelId="{ECF2C431-7BDD-4A9E-8424-5AA5D4182050}">
      <dsp:nvSpPr>
        <dsp:cNvPr id="0" name=""/>
        <dsp:cNvSpPr/>
      </dsp:nvSpPr>
      <dsp:spPr>
        <a:xfrm>
          <a:off x="6733349" y="288584"/>
          <a:ext cx="1938042" cy="1587215"/>
        </a:xfrm>
        <a:prstGeom prst="roundRect">
          <a:avLst>
            <a:gd name="adj" fmla="val 10000"/>
          </a:avLst>
        </a:prstGeom>
        <a:blipFill>
          <a:blip xmlns:r="http://schemas.openxmlformats.org/officeDocument/2006/relationships" r:embed="rId4"/>
          <a:srcRect/>
          <a:stretch>
            <a:fillRect t="-1000" b="-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2EFD938-A1CE-4444-BD5A-AB19F05097F2}">
      <dsp:nvSpPr>
        <dsp:cNvPr id="0" name=""/>
        <dsp:cNvSpPr/>
      </dsp:nvSpPr>
      <dsp:spPr>
        <a:xfrm rot="10800000">
          <a:off x="6733349" y="2164384"/>
          <a:ext cx="1938042" cy="2645359"/>
        </a:xfrm>
        <a:prstGeom prst="round2SameRect">
          <a:avLst>
            <a:gd name="adj1" fmla="val 10500"/>
            <a:gd name="adj2" fmla="val 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t" anchorCtr="0">
          <a:noAutofit/>
        </a:bodyPr>
        <a:lstStyle/>
        <a:p>
          <a:pPr marL="0" lvl="0" indent="0" algn="ctr" defTabSz="1289050">
            <a:lnSpc>
              <a:spcPct val="90000"/>
            </a:lnSpc>
            <a:spcBef>
              <a:spcPct val="0"/>
            </a:spcBef>
            <a:spcAft>
              <a:spcPct val="35000"/>
            </a:spcAft>
            <a:buNone/>
          </a:pPr>
          <a:r>
            <a:rPr lang="en-US" sz="2900" kern="1200" dirty="0"/>
            <a:t>I assign work to Agents and then review</a:t>
          </a:r>
        </a:p>
      </dsp:txBody>
      <dsp:txXfrm rot="10800000">
        <a:off x="6792950" y="2164384"/>
        <a:ext cx="1818840" cy="2585758"/>
      </dsp:txXfrm>
    </dsp:sp>
    <dsp:sp modelId="{D6EF3429-4E1A-41AC-9027-A90F47F188B7}">
      <dsp:nvSpPr>
        <dsp:cNvPr id="0" name=""/>
        <dsp:cNvSpPr/>
      </dsp:nvSpPr>
      <dsp:spPr>
        <a:xfrm>
          <a:off x="8865195" y="288584"/>
          <a:ext cx="1938042" cy="1587215"/>
        </a:xfrm>
        <a:prstGeom prst="roundRect">
          <a:avLst>
            <a:gd name="adj" fmla="val 10000"/>
          </a:avLst>
        </a:prstGeom>
        <a:blipFill>
          <a:blip xmlns:r="http://schemas.openxmlformats.org/officeDocument/2006/relationships" r:embed="rId5"/>
          <a:srcRect/>
          <a:stretch>
            <a:fillRect l="-29000" r="-29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49AFC41-1D78-4343-8970-3B07E1EC45BE}">
      <dsp:nvSpPr>
        <dsp:cNvPr id="0" name=""/>
        <dsp:cNvSpPr/>
      </dsp:nvSpPr>
      <dsp:spPr>
        <a:xfrm rot="10800000">
          <a:off x="8865195" y="2164384"/>
          <a:ext cx="1938042" cy="2645359"/>
        </a:xfrm>
        <a:prstGeom prst="round2SameRect">
          <a:avLst>
            <a:gd name="adj1" fmla="val 10500"/>
            <a:gd name="adj2" fmla="val 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t" anchorCtr="0">
          <a:noAutofit/>
        </a:bodyPr>
        <a:lstStyle/>
        <a:p>
          <a:pPr marL="0" lvl="0" indent="0" algn="ctr" defTabSz="1289050">
            <a:lnSpc>
              <a:spcPct val="90000"/>
            </a:lnSpc>
            <a:spcBef>
              <a:spcPct val="0"/>
            </a:spcBef>
            <a:spcAft>
              <a:spcPct val="35000"/>
            </a:spcAft>
            <a:buNone/>
          </a:pPr>
          <a:r>
            <a:rPr lang="en-US" sz="2900" kern="1200"/>
            <a:t>AI runs my life entirely</a:t>
          </a:r>
          <a:endParaRPr lang="en-US" sz="2900" kern="1200" dirty="0"/>
        </a:p>
      </dsp:txBody>
      <dsp:txXfrm rot="10800000">
        <a:off x="8924796" y="2164384"/>
        <a:ext cx="1818840" cy="25857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A7A397-E518-4131-A5F6-4242910CFA70}">
      <dsp:nvSpPr>
        <dsp:cNvPr id="0" name=""/>
        <dsp:cNvSpPr/>
      </dsp:nvSpPr>
      <dsp:spPr>
        <a:xfrm>
          <a:off x="4030854" y="341738"/>
          <a:ext cx="1751197" cy="17511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r>
            <a:rPr lang="en-US" sz="3400" kern="1200" dirty="0"/>
            <a:t>Consider Tools</a:t>
          </a:r>
        </a:p>
      </dsp:txBody>
      <dsp:txXfrm>
        <a:off x="4030854" y="341738"/>
        <a:ext cx="1751197" cy="1751197"/>
      </dsp:txXfrm>
    </dsp:sp>
    <dsp:sp modelId="{F53A5701-0DD2-4984-BD22-1BF9ABB5D25D}">
      <dsp:nvSpPr>
        <dsp:cNvPr id="0" name=""/>
        <dsp:cNvSpPr/>
      </dsp:nvSpPr>
      <dsp:spPr>
        <a:xfrm>
          <a:off x="1366616" y="-1974"/>
          <a:ext cx="4137366" cy="4137366"/>
        </a:xfrm>
        <a:prstGeom prst="circularArrow">
          <a:avLst>
            <a:gd name="adj1" fmla="val 8254"/>
            <a:gd name="adj2" fmla="val 576559"/>
            <a:gd name="adj3" fmla="val 2961831"/>
            <a:gd name="adj4" fmla="val 53079"/>
            <a:gd name="adj5" fmla="val 9629"/>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DD3A9E-5A94-4B43-9C0D-8E6F22276291}">
      <dsp:nvSpPr>
        <dsp:cNvPr id="0" name=""/>
        <dsp:cNvSpPr/>
      </dsp:nvSpPr>
      <dsp:spPr>
        <a:xfrm>
          <a:off x="2559700" y="2889852"/>
          <a:ext cx="1751197" cy="17511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r>
            <a:rPr lang="en-US" sz="3400" kern="1200" dirty="0"/>
            <a:t>Plan / Reason</a:t>
          </a:r>
        </a:p>
      </dsp:txBody>
      <dsp:txXfrm>
        <a:off x="2559700" y="2889852"/>
        <a:ext cx="1751197" cy="1751197"/>
      </dsp:txXfrm>
    </dsp:sp>
    <dsp:sp modelId="{20C0E9FD-BA4B-4D05-A1ED-40834EFA58EC}">
      <dsp:nvSpPr>
        <dsp:cNvPr id="0" name=""/>
        <dsp:cNvSpPr/>
      </dsp:nvSpPr>
      <dsp:spPr>
        <a:xfrm>
          <a:off x="1366616" y="-1974"/>
          <a:ext cx="4137366" cy="4137366"/>
        </a:xfrm>
        <a:prstGeom prst="circularArrow">
          <a:avLst>
            <a:gd name="adj1" fmla="val 8254"/>
            <a:gd name="adj2" fmla="val 576559"/>
            <a:gd name="adj3" fmla="val 10170362"/>
            <a:gd name="adj4" fmla="val 7261610"/>
            <a:gd name="adj5" fmla="val 9629"/>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11B780-3FFF-4323-8015-2D6EF9181546}">
      <dsp:nvSpPr>
        <dsp:cNvPr id="0" name=""/>
        <dsp:cNvSpPr/>
      </dsp:nvSpPr>
      <dsp:spPr>
        <a:xfrm>
          <a:off x="1088546" y="341738"/>
          <a:ext cx="1751197" cy="17511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r>
            <a:rPr lang="en-US" sz="3400" kern="1200"/>
            <a:t>Invoke Tools</a:t>
          </a:r>
          <a:endParaRPr lang="en-US" sz="3400" kern="1200" dirty="0"/>
        </a:p>
      </dsp:txBody>
      <dsp:txXfrm>
        <a:off x="1088546" y="341738"/>
        <a:ext cx="1751197" cy="1751197"/>
      </dsp:txXfrm>
    </dsp:sp>
    <dsp:sp modelId="{74BAE117-DEDE-4173-91DE-C1DEF7A02EAB}">
      <dsp:nvSpPr>
        <dsp:cNvPr id="0" name=""/>
        <dsp:cNvSpPr/>
      </dsp:nvSpPr>
      <dsp:spPr>
        <a:xfrm>
          <a:off x="1366616" y="-1974"/>
          <a:ext cx="4137366" cy="4137366"/>
        </a:xfrm>
        <a:prstGeom prst="circularArrow">
          <a:avLst>
            <a:gd name="adj1" fmla="val 8254"/>
            <a:gd name="adj2" fmla="val 576559"/>
            <a:gd name="adj3" fmla="val 16854831"/>
            <a:gd name="adj4" fmla="val 14968610"/>
            <a:gd name="adj5" fmla="val 9629"/>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layout2.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D76652-6C29-4BAF-9849-D5686387BDDC}" type="datetimeFigureOut">
              <a:t>12/5/2025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06676C-8EDA-411F-B279-22ABDE2104D7}" type="slidenum">
              <a:t>‹#›</a:t>
            </a:fld>
            <a:endParaRPr lang="en-US"/>
          </a:p>
        </p:txBody>
      </p:sp>
    </p:spTree>
    <p:extLst>
      <p:ext uri="{BB962C8B-B14F-4D97-AF65-F5344CB8AC3E}">
        <p14:creationId xmlns:p14="http://schemas.microsoft.com/office/powerpoint/2010/main" val="28479689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22C3404-B6AB-4EFE-9F4E-60BD52F02861}" type="slidenum">
              <a:t>1</a:t>
            </a:fld>
            <a:endParaRPr lang="en-US"/>
          </a:p>
        </p:txBody>
      </p:sp>
    </p:spTree>
    <p:extLst>
      <p:ext uri="{BB962C8B-B14F-4D97-AF65-F5344CB8AC3E}">
        <p14:creationId xmlns:p14="http://schemas.microsoft.com/office/powerpoint/2010/main" val="2236847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Empowering AI with Tool Access</a:t>
            </a:r>
          </a:p>
        </p:txBody>
      </p:sp>
      <p:sp>
        <p:nvSpPr>
          <p:cNvPr id="4" name="Slide Number Placeholder 3"/>
          <p:cNvSpPr>
            <a:spLocks noGrp="1"/>
          </p:cNvSpPr>
          <p:nvPr>
            <p:ph type="sldNum" sz="quarter" idx="5"/>
          </p:nvPr>
        </p:nvSpPr>
        <p:spPr/>
        <p:txBody>
          <a:bodyPr/>
          <a:lstStyle/>
          <a:p>
            <a:fld id="{322C3404-B6AB-4EFE-9F4E-60BD52F02861}" type="slidenum">
              <a:t>5</a:t>
            </a:fld>
            <a:endParaRPr lang="en-US"/>
          </a:p>
        </p:txBody>
      </p:sp>
    </p:spTree>
    <p:extLst>
      <p:ext uri="{BB962C8B-B14F-4D97-AF65-F5344CB8AC3E}">
        <p14:creationId xmlns:p14="http://schemas.microsoft.com/office/powerpoint/2010/main" val="12876283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generative AI revolution has ushered in a new era of capabilities, enabling models to produce text, images, and other content with remarkable fluency. However, the next frontier in AI development is agency—the ability for models to interact with, query, and act upon the world around them. This shift from passive generation to active engagement requires a new approach to tool integration. Traditionally, each AI model needed a custom, often brittle integration for every external tool or data source, leading to the 'N x M integration problem.' This method is not scalable and hinders the broader adoption of AI in real-world applications. To address this, developers are exploring standardized frameworks that allow AI models to access tools like sales leads, code repositories, and IoT devices in a secure and reusable manner. This presentation introduces Anthropic’s Model Context Protocol (MCP), an open-source solution designed to solve these challenges and empower AI agents with robust tool access.</a:t>
            </a:r>
          </a:p>
        </p:txBody>
      </p:sp>
      <p:sp>
        <p:nvSpPr>
          <p:cNvPr id="4" name="Slide Number Placeholder 3"/>
          <p:cNvSpPr>
            <a:spLocks noGrp="1"/>
          </p:cNvSpPr>
          <p:nvPr>
            <p:ph type="sldNum" sz="quarter" idx="5"/>
          </p:nvPr>
        </p:nvSpPr>
        <p:spPr/>
        <p:txBody>
          <a:bodyPr/>
          <a:lstStyle/>
          <a:p>
            <a:fld id="{322C3404-B6AB-4EFE-9F4E-60BD52F02861}" type="slidenum">
              <a:t>6</a:t>
            </a:fld>
            <a:endParaRPr lang="en-US"/>
          </a:p>
        </p:txBody>
      </p:sp>
    </p:spTree>
    <p:extLst>
      <p:ext uri="{BB962C8B-B14F-4D97-AF65-F5344CB8AC3E}">
        <p14:creationId xmlns:p14="http://schemas.microsoft.com/office/powerpoint/2010/main" val="42126158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F0D53-94A1-CDAD-8F1D-E2A8127264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2E2751-CB9E-DBBE-E2EF-1ACD82E5DE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89809-6390-8A19-18A6-99C32DEF5C73}"/>
              </a:ext>
            </a:extLst>
          </p:cNvPr>
          <p:cNvSpPr>
            <a:spLocks noGrp="1"/>
          </p:cNvSpPr>
          <p:nvPr>
            <p:ph type="body" idx="1"/>
          </p:nvPr>
        </p:nvSpPr>
        <p:spPr/>
        <p:txBody>
          <a:bodyPr/>
          <a:lstStyle/>
          <a:p>
            <a:r>
              <a:rPr lang="en-US"/>
              <a:t>
The generative AI revolution has ushered in a new era of capabilities, enabling models to produce text, images, and other content with remarkable fluency. However, the next frontier in AI development is agency—the ability for models to interact with, query, and act upon the world around them. This shift from passive generation to active engagement requires a new approach to tool integration. Traditionally, each AI model needed a custom, often brittle integration for every external tool or data source, leading to the 'N x M integration problem.' This method is not scalable and hinders the broader adoption of AI in real-world applications. To address this, developers are exploring standardized frameworks that allow AI models to access tools like sales leads, code repositories, and IoT devices in a secure and reusable manner. This presentation introduces Anthropic’s Model Context Protocol (MCP), an open-source solution designed to solve these challenges and empower AI agents with robust tool access.</a:t>
            </a:r>
          </a:p>
        </p:txBody>
      </p:sp>
      <p:sp>
        <p:nvSpPr>
          <p:cNvPr id="4" name="Slide Number Placeholder 3">
            <a:extLst>
              <a:ext uri="{FF2B5EF4-FFF2-40B4-BE49-F238E27FC236}">
                <a16:creationId xmlns:a16="http://schemas.microsoft.com/office/drawing/2014/main" id="{340147AF-456E-B952-36B7-4DA71193B4BC}"/>
              </a:ext>
            </a:extLst>
          </p:cNvPr>
          <p:cNvSpPr>
            <a:spLocks noGrp="1"/>
          </p:cNvSpPr>
          <p:nvPr>
            <p:ph type="sldNum" sz="quarter" idx="5"/>
          </p:nvPr>
        </p:nvSpPr>
        <p:spPr/>
        <p:txBody>
          <a:bodyPr/>
          <a:lstStyle/>
          <a:p>
            <a:fld id="{322C3404-B6AB-4EFE-9F4E-60BD52F02861}" type="slidenum">
              <a:t>7</a:t>
            </a:fld>
            <a:endParaRPr lang="en-US"/>
          </a:p>
        </p:txBody>
      </p:sp>
    </p:spTree>
    <p:extLst>
      <p:ext uri="{BB962C8B-B14F-4D97-AF65-F5344CB8AC3E}">
        <p14:creationId xmlns:p14="http://schemas.microsoft.com/office/powerpoint/2010/main" val="3273276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21EC6-8DC6-9351-39F2-770D9B7618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9B8F19-52EF-6849-CC2B-CA70F4216C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626C8A-F234-1635-0CD8-BAE90016D756}"/>
              </a:ext>
            </a:extLst>
          </p:cNvPr>
          <p:cNvSpPr>
            <a:spLocks noGrp="1"/>
          </p:cNvSpPr>
          <p:nvPr>
            <p:ph type="body" idx="1"/>
          </p:nvPr>
        </p:nvSpPr>
        <p:spPr/>
        <p:txBody>
          <a:bodyPr/>
          <a:lstStyle/>
          <a:p>
            <a:r>
              <a:rPr lang="en-US"/>
              <a:t>
The generative AI revolution has ushered in a new era of capabilities, enabling models to produce text, images, and other content with remarkable fluency. However, the next frontier in AI development is agency—the ability for models to interact with, query, and act upon the world around them. This shift from passive generation to active engagement requires a new approach to tool integration. Traditionally, each AI model needed a custom, often brittle integration for every external tool or data source, leading to the 'N x M integration problem.' This method is not scalable and hinders the broader adoption of AI in real-world applications. To address this, developers are exploring standardized frameworks that allow AI models to access tools like sales leads, code repositories, and IoT devices in a secure and reusable manner. This presentation introduces Anthropic’s Model Context Protocol (MCP), an open-source solution designed to solve these challenges and empower AI agents with robust tool access.</a:t>
            </a:r>
          </a:p>
        </p:txBody>
      </p:sp>
      <p:sp>
        <p:nvSpPr>
          <p:cNvPr id="4" name="Slide Number Placeholder 3">
            <a:extLst>
              <a:ext uri="{FF2B5EF4-FFF2-40B4-BE49-F238E27FC236}">
                <a16:creationId xmlns:a16="http://schemas.microsoft.com/office/drawing/2014/main" id="{BD2E5DE4-E122-F66E-8F79-128B94E21D60}"/>
              </a:ext>
            </a:extLst>
          </p:cNvPr>
          <p:cNvSpPr>
            <a:spLocks noGrp="1"/>
          </p:cNvSpPr>
          <p:nvPr>
            <p:ph type="sldNum" sz="quarter" idx="5"/>
          </p:nvPr>
        </p:nvSpPr>
        <p:spPr/>
        <p:txBody>
          <a:bodyPr/>
          <a:lstStyle/>
          <a:p>
            <a:fld id="{322C3404-B6AB-4EFE-9F4E-60BD52F02861}" type="slidenum">
              <a:t>8</a:t>
            </a:fld>
            <a:endParaRPr lang="en-US"/>
          </a:p>
        </p:txBody>
      </p:sp>
    </p:spTree>
    <p:extLst>
      <p:ext uri="{BB962C8B-B14F-4D97-AF65-F5344CB8AC3E}">
        <p14:creationId xmlns:p14="http://schemas.microsoft.com/office/powerpoint/2010/main" val="29417886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44C89-8D41-2552-A03B-B4FE9E4F31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5B3D37-9AB6-EB56-2F27-26EE0E30CE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E17015-ABCF-B83C-5990-F190595A0105}"/>
              </a:ext>
            </a:extLst>
          </p:cNvPr>
          <p:cNvSpPr>
            <a:spLocks noGrp="1"/>
          </p:cNvSpPr>
          <p:nvPr>
            <p:ph type="body" idx="1"/>
          </p:nvPr>
        </p:nvSpPr>
        <p:spPr/>
        <p:txBody>
          <a:bodyPr/>
          <a:lstStyle/>
          <a:p>
            <a:r>
              <a:rPr lang="en-US"/>
              <a:t>
The generative AI revolution has ushered in a new era of capabilities, enabling models to produce text, images, and other content with remarkable fluency. However, the next frontier in AI development is agency—the ability for models to interact with, query, and act upon the world around them. This shift from passive generation to active engagement requires a new approach to tool integration. Traditionally, each AI model needed a custom, often brittle integration for every external tool or data source, leading to the 'N x M integration problem.' This method is not scalable and hinders the broader adoption of AI in real-world applications. To address this, developers are exploring standardized frameworks that allow AI models to access tools like sales leads, code repositories, and IoT devices in a secure and reusable manner. This presentation introduces Anthropic’s Model Context Protocol (MCP), an open-source solution designed to solve these challenges and empower AI agents with robust tool access.</a:t>
            </a:r>
          </a:p>
        </p:txBody>
      </p:sp>
      <p:sp>
        <p:nvSpPr>
          <p:cNvPr id="4" name="Slide Number Placeholder 3">
            <a:extLst>
              <a:ext uri="{FF2B5EF4-FFF2-40B4-BE49-F238E27FC236}">
                <a16:creationId xmlns:a16="http://schemas.microsoft.com/office/drawing/2014/main" id="{06FC9422-6A2D-4DC2-1AF5-6BDBA0EFCA15}"/>
              </a:ext>
            </a:extLst>
          </p:cNvPr>
          <p:cNvSpPr>
            <a:spLocks noGrp="1"/>
          </p:cNvSpPr>
          <p:nvPr>
            <p:ph type="sldNum" sz="quarter" idx="5"/>
          </p:nvPr>
        </p:nvSpPr>
        <p:spPr/>
        <p:txBody>
          <a:bodyPr/>
          <a:lstStyle/>
          <a:p>
            <a:fld id="{322C3404-B6AB-4EFE-9F4E-60BD52F02861}" type="slidenum">
              <a:t>9</a:t>
            </a:fld>
            <a:endParaRPr lang="en-US"/>
          </a:p>
        </p:txBody>
      </p:sp>
    </p:spTree>
    <p:extLst>
      <p:ext uri="{BB962C8B-B14F-4D97-AF65-F5344CB8AC3E}">
        <p14:creationId xmlns:p14="http://schemas.microsoft.com/office/powerpoint/2010/main" val="8891819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9F8C6-40B4-129A-2A84-4888B7C7B6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4239CA-35B1-F727-2DAB-9000F037A6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1924D2-FE31-5F19-407F-32792081983D}"/>
              </a:ext>
            </a:extLst>
          </p:cNvPr>
          <p:cNvSpPr>
            <a:spLocks noGrp="1"/>
          </p:cNvSpPr>
          <p:nvPr>
            <p:ph type="body" idx="1"/>
          </p:nvPr>
        </p:nvSpPr>
        <p:spPr/>
        <p:txBody>
          <a:bodyPr/>
          <a:lstStyle/>
          <a:p>
            <a:r>
              <a:rPr lang="en-US"/>
              <a:t>
The generative AI revolution has ushered in a new era of capabilities, enabling models to produce text, images, and other content with remarkable fluency. However, the next frontier in AI development is agency—the ability for models to interact with, query, and act upon the world around them. This shift from passive generation to active engagement requires a new approach to tool integration. Traditionally, each AI model needed a custom, often brittle integration for every external tool or data source, leading to the 'N x M integration problem.' This method is not scalable and hinders the broader adoption of AI in real-world applications. To address this, developers are exploring standardized frameworks that allow AI models to access tools like sales leads, code repositories, and IoT devices in a secure and reusable manner. This presentation introduces Anthropic’s Model Context Protocol (MCP), an open-source solution designed to solve these challenges and empower AI agents with robust tool access.</a:t>
            </a:r>
          </a:p>
        </p:txBody>
      </p:sp>
      <p:sp>
        <p:nvSpPr>
          <p:cNvPr id="4" name="Slide Number Placeholder 3">
            <a:extLst>
              <a:ext uri="{FF2B5EF4-FFF2-40B4-BE49-F238E27FC236}">
                <a16:creationId xmlns:a16="http://schemas.microsoft.com/office/drawing/2014/main" id="{8AB577AE-F8E2-E9D7-14B9-0363033F277D}"/>
              </a:ext>
            </a:extLst>
          </p:cNvPr>
          <p:cNvSpPr>
            <a:spLocks noGrp="1"/>
          </p:cNvSpPr>
          <p:nvPr>
            <p:ph type="sldNum" sz="quarter" idx="5"/>
          </p:nvPr>
        </p:nvSpPr>
        <p:spPr/>
        <p:txBody>
          <a:bodyPr/>
          <a:lstStyle/>
          <a:p>
            <a:fld id="{322C3404-B6AB-4EFE-9F4E-60BD52F02861}" type="slidenum">
              <a:t>10</a:t>
            </a:fld>
            <a:endParaRPr lang="en-US"/>
          </a:p>
        </p:txBody>
      </p:sp>
    </p:spTree>
    <p:extLst>
      <p:ext uri="{BB962C8B-B14F-4D97-AF65-F5344CB8AC3E}">
        <p14:creationId xmlns:p14="http://schemas.microsoft.com/office/powerpoint/2010/main" val="1669750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N x M Integration Problem</a:t>
            </a:r>
          </a:p>
        </p:txBody>
      </p:sp>
      <p:sp>
        <p:nvSpPr>
          <p:cNvPr id="4" name="Slide Number Placeholder 3"/>
          <p:cNvSpPr>
            <a:spLocks noGrp="1"/>
          </p:cNvSpPr>
          <p:nvPr>
            <p:ph type="sldNum" sz="quarter" idx="5"/>
          </p:nvPr>
        </p:nvSpPr>
        <p:spPr/>
        <p:txBody>
          <a:bodyPr/>
          <a:lstStyle/>
          <a:p>
            <a:fld id="{322C3404-B6AB-4EFE-9F4E-60BD52F02861}" type="slidenum">
              <a:t>13</a:t>
            </a:fld>
            <a:endParaRPr lang="en-US"/>
          </a:p>
        </p:txBody>
      </p:sp>
    </p:spTree>
    <p:extLst>
      <p:ext uri="{BB962C8B-B14F-4D97-AF65-F5344CB8AC3E}">
        <p14:creationId xmlns:p14="http://schemas.microsoft.com/office/powerpoint/2010/main" val="27479126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Overview and Architecture</a:t>
            </a:r>
          </a:p>
        </p:txBody>
      </p:sp>
      <p:sp>
        <p:nvSpPr>
          <p:cNvPr id="4" name="Slide Number Placeholder 3"/>
          <p:cNvSpPr>
            <a:spLocks noGrp="1"/>
          </p:cNvSpPr>
          <p:nvPr>
            <p:ph type="sldNum" sz="quarter" idx="5"/>
          </p:nvPr>
        </p:nvSpPr>
        <p:spPr/>
        <p:txBody>
          <a:bodyPr/>
          <a:lstStyle/>
          <a:p>
            <a:fld id="{322C3404-B6AB-4EFE-9F4E-60BD52F02861}" type="slidenum">
              <a:t>15</a:t>
            </a:fld>
            <a:endParaRPr lang="en-US"/>
          </a:p>
        </p:txBody>
      </p:sp>
    </p:spTree>
    <p:extLst>
      <p:ext uri="{BB962C8B-B14F-4D97-AF65-F5344CB8AC3E}">
        <p14:creationId xmlns:p14="http://schemas.microsoft.com/office/powerpoint/2010/main" val="15123109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Model Context Protocol (MCP) is an open-source framework developed by Anthropic to address the integration challenges faced by AI models. MCP serves as a universal connector, akin to a USB-C port, that standardizes how AI models discover and use external tools. Unlike simple function-calling mechanisms, MCP introduces a robust client-server architecture that facilitates secure and scalable interactions between AI agents and tools. The protocol defines a consistent interface for tool discovery, invocation, and context management, allowing models to access a wide range of resources without bespoke integrations. MCP supports both pre-built and custom servers, enabling developers to expose proprietary data and APIs in a compliant and secure manner. By adopting MCP, organizations can reduce integration overhead, improve interoperability, and accelerate the development of intelligent, context-aware AI agents. This architecture lays the foundation for a new ecosystem where tools and models can interact seamlessly, fostering innovation and collaboration across the AI community.</a:t>
            </a:r>
          </a:p>
        </p:txBody>
      </p:sp>
      <p:sp>
        <p:nvSpPr>
          <p:cNvPr id="4" name="Slide Number Placeholder 3"/>
          <p:cNvSpPr>
            <a:spLocks noGrp="1"/>
          </p:cNvSpPr>
          <p:nvPr>
            <p:ph type="sldNum" sz="quarter" idx="5"/>
          </p:nvPr>
        </p:nvSpPr>
        <p:spPr/>
        <p:txBody>
          <a:bodyPr/>
          <a:lstStyle/>
          <a:p>
            <a:fld id="{322C3404-B6AB-4EFE-9F4E-60BD52F02861}" type="slidenum">
              <a:t>16</a:t>
            </a:fld>
            <a:endParaRPr lang="en-US"/>
          </a:p>
        </p:txBody>
      </p:sp>
    </p:spTree>
    <p:extLst>
      <p:ext uri="{BB962C8B-B14F-4D97-AF65-F5344CB8AC3E}">
        <p14:creationId xmlns:p14="http://schemas.microsoft.com/office/powerpoint/2010/main" val="28598187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Creating a Collaborative Ecosystem</a:t>
            </a:r>
          </a:p>
        </p:txBody>
      </p:sp>
      <p:sp>
        <p:nvSpPr>
          <p:cNvPr id="4" name="Slide Number Placeholder 3"/>
          <p:cNvSpPr>
            <a:spLocks noGrp="1"/>
          </p:cNvSpPr>
          <p:nvPr>
            <p:ph type="sldNum" sz="quarter" idx="5"/>
          </p:nvPr>
        </p:nvSpPr>
        <p:spPr/>
        <p:txBody>
          <a:bodyPr/>
          <a:lstStyle/>
          <a:p>
            <a:fld id="{322C3404-B6AB-4EFE-9F4E-60BD52F02861}" type="slidenum">
              <a:t>23</a:t>
            </a:fld>
            <a:endParaRPr lang="en-US"/>
          </a:p>
        </p:txBody>
      </p:sp>
    </p:spTree>
    <p:extLst>
      <p:ext uri="{BB962C8B-B14F-4D97-AF65-F5344CB8AC3E}">
        <p14:creationId xmlns:p14="http://schemas.microsoft.com/office/powerpoint/2010/main" val="11638892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Standardizing AI tool integration through protocols like MCP offers numerous benefits that extend beyond individual projects. First, it reduces the need for bespoke connectors, saving time and resources while improving reliability. Second, it fosters a collaborative ecosystem where developers can share tools, servers, and best practices, accelerating innovation across the AI community. Third, it enhances security and compliance by providing consistent mechanisms for authentication and data access. MCP’s open-source nature encourages transparency and community contributions, leading to continuous improvement and broader adoption. By aligning on a common protocol, organizations can ensure that their AI models are compatible with a wide range of tools and environments, facilitating interoperability and scalability. This standardization also supports the development of intelligent agents that are not only capable of understanding and generating content but also of taking meaningful actions. In essence, MCP transforms AI from a passive technology into an active participant in digital ecosystems, paving the way for the next generation of context-aware, tool-enabled agents.</a:t>
            </a:r>
          </a:p>
        </p:txBody>
      </p:sp>
      <p:sp>
        <p:nvSpPr>
          <p:cNvPr id="4" name="Slide Number Placeholder 3"/>
          <p:cNvSpPr>
            <a:spLocks noGrp="1"/>
          </p:cNvSpPr>
          <p:nvPr>
            <p:ph type="sldNum" sz="quarter" idx="5"/>
          </p:nvPr>
        </p:nvSpPr>
        <p:spPr/>
        <p:txBody>
          <a:bodyPr/>
          <a:lstStyle/>
          <a:p>
            <a:fld id="{322C3404-B6AB-4EFE-9F4E-60BD52F02861}" type="slidenum">
              <a:t>24</a:t>
            </a:fld>
            <a:endParaRPr lang="en-US"/>
          </a:p>
        </p:txBody>
      </p:sp>
    </p:spTree>
    <p:extLst>
      <p:ext uri="{BB962C8B-B14F-4D97-AF65-F5344CB8AC3E}">
        <p14:creationId xmlns:p14="http://schemas.microsoft.com/office/powerpoint/2010/main" val="988623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Building the Next Generation of AI Agents</a:t>
            </a:r>
          </a:p>
        </p:txBody>
      </p:sp>
      <p:sp>
        <p:nvSpPr>
          <p:cNvPr id="4" name="Slide Number Placeholder 3"/>
          <p:cNvSpPr>
            <a:spLocks noGrp="1"/>
          </p:cNvSpPr>
          <p:nvPr>
            <p:ph type="sldNum" sz="quarter" idx="5"/>
          </p:nvPr>
        </p:nvSpPr>
        <p:spPr/>
        <p:txBody>
          <a:bodyPr/>
          <a:lstStyle/>
          <a:p>
            <a:fld id="{322C3404-B6AB-4EFE-9F4E-60BD52F02861}" type="slidenum">
              <a:t>26</a:t>
            </a:fld>
            <a:endParaRPr lang="en-US"/>
          </a:p>
        </p:txBody>
      </p:sp>
    </p:spTree>
    <p:extLst>
      <p:ext uri="{BB962C8B-B14F-4D97-AF65-F5344CB8AC3E}">
        <p14:creationId xmlns:p14="http://schemas.microsoft.com/office/powerpoint/2010/main" val="17770381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journey from generative AI to agentic AI represents a significant evolution in the field. By adopting the Model Context Protocol, developers can move beyond building one-off connectors and start creating intelligent agents that interact with the world in meaningful ways. MCP provides the tools and standards necessary to integrate AI models with external resources securely and efficiently. This session has introduced the core concepts of MCP, demonstrated its practical applications through pre-built and custom servers, and highlighted the benefits of standardized integration. Developers are encouraged to explore MCP, contribute to its ecosystem, and leverage its capabilities to build AI agents that don’t just talk, but act. The future of AI lies in its ability to understand context, make decisions, and perform tasks autonomously. MCP is a foundational step toward realizing this vision, and by embracing it, developers can play a pivotal role in shaping the next generation of AI technology.</a:t>
            </a:r>
          </a:p>
        </p:txBody>
      </p:sp>
      <p:sp>
        <p:nvSpPr>
          <p:cNvPr id="4" name="Slide Number Placeholder 3"/>
          <p:cNvSpPr>
            <a:spLocks noGrp="1"/>
          </p:cNvSpPr>
          <p:nvPr>
            <p:ph type="sldNum" sz="quarter" idx="5"/>
          </p:nvPr>
        </p:nvSpPr>
        <p:spPr/>
        <p:txBody>
          <a:bodyPr/>
          <a:lstStyle/>
          <a:p>
            <a:fld id="{322C3404-B6AB-4EFE-9F4E-60BD52F02861}" type="slidenum">
              <a:t>27</a:t>
            </a:fld>
            <a:endParaRPr lang="en-US"/>
          </a:p>
        </p:txBody>
      </p:sp>
    </p:spTree>
    <p:extLst>
      <p:ext uri="{BB962C8B-B14F-4D97-AF65-F5344CB8AC3E}">
        <p14:creationId xmlns:p14="http://schemas.microsoft.com/office/powerpoint/2010/main" val="26065185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502920"/>
            <a:ext cx="5852160" cy="2953512"/>
          </a:xfrm>
        </p:spPr>
        <p:txBody>
          <a:bodyPr vert="horz" lIns="91440" tIns="45720" rIns="91440" bIns="45720" rtlCol="0" anchor="t">
            <a:normAutofit/>
          </a:bodyPr>
          <a:lstStyle>
            <a:lvl1pPr>
              <a:defRPr lang="en-US" sz="5400" dirty="0">
                <a:gradFill>
                  <a:gsLst>
                    <a:gs pos="0">
                      <a:schemeClr val="accent2"/>
                    </a:gs>
                    <a:gs pos="100000">
                      <a:schemeClr val="accent5"/>
                    </a:gs>
                  </a:gsLst>
                  <a:lin ang="15600000" scaled="0"/>
                </a:gra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544568"/>
            <a:ext cx="4681728" cy="1591056"/>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endParaRPr lang="en-US" dirty="0"/>
          </a:p>
        </p:txBody>
      </p:sp>
      <p:sp>
        <p:nvSpPr>
          <p:cNvPr id="11" name="Footer Placeholder 10">
            <a:extLst>
              <a:ext uri="{FF2B5EF4-FFF2-40B4-BE49-F238E27FC236}">
                <a16:creationId xmlns:a16="http://schemas.microsoft.com/office/drawing/2014/main" id="{F98245A6-7E39-43E3-BB93-77F622756065}"/>
              </a:ext>
            </a:extLst>
          </p:cNvPr>
          <p:cNvSpPr>
            <a:spLocks noGrp="1"/>
          </p:cNvSpPr>
          <p:nvPr>
            <p:ph type="ftr" sz="quarter" idx="15"/>
          </p:nvPr>
        </p:nvSpPr>
        <p:spPr/>
        <p:txBody>
          <a:bodyPr/>
          <a:lstStyle/>
          <a:p>
            <a:endParaRPr lang="en-US"/>
          </a:p>
        </p:txBody>
      </p:sp>
      <p:sp>
        <p:nvSpPr>
          <p:cNvPr id="10" name="Date Placeholder 9">
            <a:extLst>
              <a:ext uri="{FF2B5EF4-FFF2-40B4-BE49-F238E27FC236}">
                <a16:creationId xmlns:a16="http://schemas.microsoft.com/office/drawing/2014/main" id="{00431E1F-9861-6E9A-6FDA-9450A0A9109C}"/>
              </a:ext>
            </a:extLst>
          </p:cNvPr>
          <p:cNvSpPr>
            <a:spLocks noGrp="1"/>
          </p:cNvSpPr>
          <p:nvPr>
            <p:ph type="dt" sz="half" idx="14"/>
          </p:nvPr>
        </p:nvSpPr>
        <p:spPr>
          <a:xfrm>
            <a:off x="4617720" y="6318504"/>
            <a:ext cx="2153412" cy="365760"/>
          </a:xfrm>
        </p:spPr>
        <p:txBody>
          <a:bodyPr/>
          <a:lstStyle/>
          <a:p>
            <a:fld id="{3AEEF7F6-ECFE-4473-B3E9-C91BE833927A}" type="datetimeFigureOut">
              <a:rPr lang="en-US" smtClean="0"/>
              <a:t>12/5/2025</a:t>
            </a:fld>
            <a:endParaRPr lang="en-US"/>
          </a:p>
        </p:txBody>
      </p:sp>
      <p:sp>
        <p:nvSpPr>
          <p:cNvPr id="12" name="Slide Number Placeholder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6318504"/>
            <a:ext cx="493776" cy="365760"/>
          </a:xfrm>
        </p:spPr>
        <p:txBody>
          <a:bodyPr/>
          <a:lstStyle/>
          <a:p>
            <a:fld id="{5DAD859A-2C66-45B9-9A71-3CF205EC2D4A}" type="slidenum">
              <a:rPr lang="en-US" smtClean="0"/>
              <a:t>‹#›</a:t>
            </a:fld>
            <a:endParaRPr lang="en-US"/>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7534656" y="0"/>
            <a:ext cx="4657344"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8348744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EACE7F8-A7D9-2E2C-2B0B-0DB8D7168AAC}"/>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DB768309-21D1-59BA-F479-9F846B9A0FB2}"/>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3D94F90-5391-9976-036B-C34C2C30448C}"/>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457200"/>
            <a:ext cx="10954512" cy="731520"/>
          </a:xfrm>
        </p:spPr>
        <p:txBody>
          <a:bodyPr/>
          <a:lstStyle>
            <a:lvl1pPr>
              <a:defRPr>
                <a:gradFill>
                  <a:gsLst>
                    <a:gs pos="0">
                      <a:schemeClr val="accent5"/>
                    </a:gs>
                    <a:gs pos="100000">
                      <a:schemeClr val="accent2"/>
                    </a:gs>
                  </a:gsLst>
                  <a:lin ang="13800000" scaled="0"/>
                </a:gra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8" y="1362455"/>
            <a:ext cx="10954512" cy="49560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BEDC843-90AD-36D3-6615-3505603F8E22}"/>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852C5F7B-97CA-C06C-A155-E4BC307DB0FB}"/>
              </a:ext>
            </a:extLst>
          </p:cNvPr>
          <p:cNvSpPr>
            <a:spLocks noGrp="1"/>
          </p:cNvSpPr>
          <p:nvPr>
            <p:ph type="dt" sz="half" idx="10"/>
          </p:nvPr>
        </p:nvSpPr>
        <p:spPr/>
        <p:txBody>
          <a:bodyPr/>
          <a:lstStyle/>
          <a:p>
            <a:fld id="{3AEEF7F6-ECFE-4473-B3E9-C91BE833927A}" type="datetimeFigureOut">
              <a:rPr lang="en-US" smtClean="0"/>
              <a:t>12/5/2025</a:t>
            </a:fld>
            <a:endParaRPr lang="en-US"/>
          </a:p>
        </p:txBody>
      </p:sp>
      <p:sp>
        <p:nvSpPr>
          <p:cNvPr id="9" name="Slide Number Placeholder 8">
            <a:extLst>
              <a:ext uri="{FF2B5EF4-FFF2-40B4-BE49-F238E27FC236}">
                <a16:creationId xmlns:a16="http://schemas.microsoft.com/office/drawing/2014/main" id="{DB324737-C1DF-CE60-245E-385E02AC2FB0}"/>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7186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47888" y="713232"/>
            <a:ext cx="3364992" cy="3227832"/>
          </a:xfrm>
        </p:spPr>
        <p:txBody>
          <a:bodyPr vert="horz" lIns="91440" tIns="45720" rIns="91440" bIns="45720" rtlCol="0" anchor="t">
            <a:normAutofit/>
          </a:bodyPr>
          <a:lstStyle>
            <a:lvl1pPr>
              <a:defRPr lang="en-US" sz="4000" dirty="0">
                <a:gradFill>
                  <a:gsLst>
                    <a:gs pos="0">
                      <a:schemeClr val="accent2"/>
                    </a:gs>
                    <a:gs pos="100000">
                      <a:schemeClr val="accent5"/>
                    </a:gs>
                  </a:gsLst>
                  <a:lin ang="15600000" scaled="0"/>
                </a:gra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47888" y="5138927"/>
            <a:ext cx="3200400" cy="1197864"/>
          </a:xfrm>
        </p:spPr>
        <p:txBody>
          <a:bodyPr vert="horz" lIns="91440" tIns="45720" rIns="91440" bIns="45720" rtlCol="0">
            <a:normAutofit/>
          </a:bodyPr>
          <a:lstStyle>
            <a:lvl1pPr marL="0" indent="0">
              <a:buNone/>
              <a:defRPr lang="en-US" sz="2000" dirty="0"/>
            </a:lvl1pPr>
          </a:lstStyle>
          <a:p>
            <a:pPr lvl="0"/>
            <a:r>
              <a:rPr lang="en-US"/>
              <a:t>Click to edit Master subtitle style</a:t>
            </a:r>
            <a:endParaRPr lang="en-US" dirty="0"/>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7548451" cy="6858000"/>
          </a:xfrm>
          <a:blipFill>
            <a:blip r:embed="rId2">
              <a:alphaModFix amt="70000"/>
            </a:blip>
            <a:stretch>
              <a:fillRect/>
            </a:stretch>
          </a:blipFill>
        </p:spPr>
        <p:txBody>
          <a:bodyPr/>
          <a:lstStyle>
            <a:lvl1pPr marL="0" indent="0">
              <a:buNone/>
              <a:defRPr/>
            </a:lvl1pPr>
          </a:lstStyle>
          <a:p>
            <a:r>
              <a:rPr lang="en-US" dirty="0"/>
              <a:t> </a:t>
            </a:r>
          </a:p>
        </p:txBody>
      </p:sp>
      <p:grpSp>
        <p:nvGrpSpPr>
          <p:cNvPr id="7" name="Group 6">
            <a:extLst>
              <a:ext uri="{FF2B5EF4-FFF2-40B4-BE49-F238E27FC236}">
                <a16:creationId xmlns:a16="http://schemas.microsoft.com/office/drawing/2014/main" id="{9BCBE317-7590-8646-B2DB-5BED6EE8A19B}"/>
              </a:ext>
              <a:ext uri="{C183D7F6-B498-43B3-948B-1728B52AA6E4}">
                <adec:decorative xmlns:adec="http://schemas.microsoft.com/office/drawing/2017/decorative" val="1"/>
              </a:ext>
            </a:extLst>
          </p:cNvPr>
          <p:cNvGrpSpPr/>
          <p:nvPr/>
        </p:nvGrpSpPr>
        <p:grpSpPr>
          <a:xfrm rot="5400000">
            <a:off x="4181134" y="3367319"/>
            <a:ext cx="6858000" cy="123363"/>
            <a:chOff x="-5025" y="6737718"/>
            <a:chExt cx="12207200" cy="123363"/>
          </a:xfrm>
        </p:grpSpPr>
        <p:sp>
          <p:nvSpPr>
            <p:cNvPr id="8" name="Rectangle 7">
              <a:extLst>
                <a:ext uri="{FF2B5EF4-FFF2-40B4-BE49-F238E27FC236}">
                  <a16:creationId xmlns:a16="http://schemas.microsoft.com/office/drawing/2014/main" id="{55B255D3-4FB2-87A8-E502-9CDE10990A39}"/>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D15F704-CD21-A249-03F6-4F036D21400B}"/>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Footer Placeholder 4">
            <a:extLst>
              <a:ext uri="{FF2B5EF4-FFF2-40B4-BE49-F238E27FC236}">
                <a16:creationId xmlns:a16="http://schemas.microsoft.com/office/drawing/2014/main" id="{6B30B7E9-D8D3-BC56-A758-6C86B58C0AC5}"/>
              </a:ext>
            </a:extLst>
          </p:cNvPr>
          <p:cNvSpPr>
            <a:spLocks noGrp="1"/>
          </p:cNvSpPr>
          <p:nvPr>
            <p:ph type="ftr" sz="quarter" idx="15"/>
          </p:nvPr>
        </p:nvSpPr>
        <p:spPr>
          <a:xfrm>
            <a:off x="8247888" y="6318504"/>
            <a:ext cx="2459736" cy="365760"/>
          </a:xfrm>
        </p:spPr>
        <p:txBody>
          <a:bodyPr/>
          <a:lstStyle/>
          <a:p>
            <a:endParaRPr lang="en-US"/>
          </a:p>
        </p:txBody>
      </p:sp>
      <p:sp>
        <p:nvSpPr>
          <p:cNvPr id="4" name="Date Placeholder 3">
            <a:extLst>
              <a:ext uri="{FF2B5EF4-FFF2-40B4-BE49-F238E27FC236}">
                <a16:creationId xmlns:a16="http://schemas.microsoft.com/office/drawing/2014/main" id="{3D4FF974-138E-88CF-9001-1A07C67D1DFD}"/>
              </a:ext>
            </a:extLst>
          </p:cNvPr>
          <p:cNvSpPr>
            <a:spLocks noGrp="1"/>
          </p:cNvSpPr>
          <p:nvPr>
            <p:ph type="dt" sz="half" idx="14"/>
          </p:nvPr>
        </p:nvSpPr>
        <p:spPr>
          <a:xfrm>
            <a:off x="10707624" y="6318504"/>
            <a:ext cx="859536" cy="365760"/>
          </a:xfrm>
        </p:spPr>
        <p:txBody>
          <a:bodyPr/>
          <a:lstStyle/>
          <a:p>
            <a:fld id="{3AEEF7F6-ECFE-4473-B3E9-C91BE833927A}" type="datetimeFigureOut">
              <a:rPr lang="en-US" smtClean="0"/>
              <a:t>12/5/2025</a:t>
            </a:fld>
            <a:endParaRPr lang="en-US"/>
          </a:p>
        </p:txBody>
      </p:sp>
      <p:sp>
        <p:nvSpPr>
          <p:cNvPr id="6" name="Slide Number Placeholder 5">
            <a:extLst>
              <a:ext uri="{FF2B5EF4-FFF2-40B4-BE49-F238E27FC236}">
                <a16:creationId xmlns:a16="http://schemas.microsoft.com/office/drawing/2014/main" id="{E1DA7CD4-7B92-1CD1-A9F0-94B053972CA3}"/>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72575591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EAB82C7-4740-BEAB-85E9-C816E1CDC453}"/>
              </a:ext>
              <a:ext uri="{C183D7F6-B498-43B3-948B-1728B52AA6E4}">
                <adec:decorative xmlns:adec="http://schemas.microsoft.com/office/drawing/2017/decorative" val="1"/>
              </a:ext>
            </a:extLst>
          </p:cNvPr>
          <p:cNvGrpSpPr/>
          <p:nvPr/>
        </p:nvGrpSpPr>
        <p:grpSpPr>
          <a:xfrm rot="10800000">
            <a:off x="0" y="4492680"/>
            <a:ext cx="12207200" cy="123363"/>
            <a:chOff x="-5025" y="6737718"/>
            <a:chExt cx="12207200" cy="123363"/>
          </a:xfrm>
        </p:grpSpPr>
        <p:sp>
          <p:nvSpPr>
            <p:cNvPr id="5" name="Rectangle 4">
              <a:extLst>
                <a:ext uri="{FF2B5EF4-FFF2-40B4-BE49-F238E27FC236}">
                  <a16:creationId xmlns:a16="http://schemas.microsoft.com/office/drawing/2014/main" id="{0B7E10D0-EE9E-6432-2C4D-0324DE19518E}"/>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63B4BE8-5DA5-6F2B-0DB6-7901D4547F64}"/>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2732" y="4965192"/>
            <a:ext cx="11146536" cy="786384"/>
          </a:xfrm>
        </p:spPr>
        <p:txBody>
          <a:bodyPr anchor="b">
            <a:normAutofit/>
          </a:bodyPr>
          <a:lstStyle>
            <a:lvl1pPr algn="ctr">
              <a:defRPr sz="36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43000" y="5806440"/>
            <a:ext cx="9902952" cy="576072"/>
          </a:xfr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4492679"/>
          </a:xfrm>
          <a:blipFill>
            <a:blip r:embed="rId2">
              <a:alphaModFix amt="70000"/>
            </a:blip>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p:txBody>
          <a:bodyPr/>
          <a:lstStyle/>
          <a:p>
            <a:fld id="{3AEEF7F6-ECFE-4473-B3E9-C91BE833927A}" type="datetimeFigureOut">
              <a:rPr lang="en-US" smtClean="0"/>
              <a:t>12/5/2025</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80452508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t">
            <a:normAutofit/>
          </a:bodyPr>
          <a:lstStyle>
            <a:lvl1pPr>
              <a:defRPr lang="en-US" sz="8000" dirty="0">
                <a:gradFill>
                  <a:gsLst>
                    <a:gs pos="0">
                      <a:schemeClr val="accent5"/>
                    </a:gs>
                    <a:gs pos="100000">
                      <a:schemeClr val="accent2"/>
                    </a:gs>
                  </a:gsLst>
                  <a:lin ang="6000000" scaled="0"/>
                </a:gra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0AAE0C5-AA7D-C4A0-BB09-3D328C8523AC}"/>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F8454691-E40E-1B02-C9B2-FD70013E0175}"/>
              </a:ext>
            </a:extLst>
          </p:cNvPr>
          <p:cNvSpPr>
            <a:spLocks noGrp="1"/>
          </p:cNvSpPr>
          <p:nvPr>
            <p:ph type="dt" sz="half" idx="10"/>
          </p:nvPr>
        </p:nvSpPr>
        <p:spPr/>
        <p:txBody>
          <a:bodyPr/>
          <a:lstStyle/>
          <a:p>
            <a:fld id="{3AEEF7F6-ECFE-4473-B3E9-C91BE833927A}" type="datetimeFigureOut">
              <a:rPr lang="en-US" smtClean="0"/>
              <a:t>12/5/2025</a:t>
            </a:fld>
            <a:endParaRPr lang="en-US"/>
          </a:p>
        </p:txBody>
      </p:sp>
      <p:sp>
        <p:nvSpPr>
          <p:cNvPr id="6" name="Slide Number Placeholder 5">
            <a:extLst>
              <a:ext uri="{FF2B5EF4-FFF2-40B4-BE49-F238E27FC236}">
                <a16:creationId xmlns:a16="http://schemas.microsoft.com/office/drawing/2014/main" id="{8D766BF4-6BB2-066C-5243-2D5CF17BA496}"/>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93527206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b">
            <a:normAutofit/>
          </a:bodyPr>
          <a:lstStyle>
            <a:lvl1pPr>
              <a:defRPr lang="en-US" sz="8000" dirty="0">
                <a:gradFill>
                  <a:gsLst>
                    <a:gs pos="0">
                      <a:schemeClr val="accent5"/>
                    </a:gs>
                    <a:gs pos="100000">
                      <a:schemeClr val="accent2"/>
                    </a:gs>
                  </a:gsLst>
                  <a:lin ang="6000000" scaled="0"/>
                </a:gra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t">
            <a:normAutofit/>
          </a:bodyPr>
          <a:lstStyle>
            <a:lvl1pPr marL="0" indent="0">
              <a:buNone/>
              <a:defRPr lang="en-US" sz="20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0AAE0C5-AA7D-C4A0-BB09-3D328C8523AC}"/>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F8454691-E40E-1B02-C9B2-FD70013E0175}"/>
              </a:ext>
            </a:extLst>
          </p:cNvPr>
          <p:cNvSpPr>
            <a:spLocks noGrp="1"/>
          </p:cNvSpPr>
          <p:nvPr>
            <p:ph type="dt" sz="half" idx="10"/>
          </p:nvPr>
        </p:nvSpPr>
        <p:spPr/>
        <p:txBody>
          <a:bodyPr/>
          <a:lstStyle/>
          <a:p>
            <a:fld id="{3AEEF7F6-ECFE-4473-B3E9-C91BE833927A}" type="datetimeFigureOut">
              <a:rPr lang="en-US" smtClean="0"/>
              <a:t>12/5/2025</a:t>
            </a:fld>
            <a:endParaRPr lang="en-US"/>
          </a:p>
        </p:txBody>
      </p:sp>
      <p:sp>
        <p:nvSpPr>
          <p:cNvPr id="6" name="Slide Number Placeholder 5">
            <a:extLst>
              <a:ext uri="{FF2B5EF4-FFF2-40B4-BE49-F238E27FC236}">
                <a16:creationId xmlns:a16="http://schemas.microsoft.com/office/drawing/2014/main" id="{8D766BF4-6BB2-066C-5243-2D5CF17BA496}"/>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22651778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A219385-CEEC-20A5-C72F-B13448DE6E0F}"/>
              </a:ext>
            </a:extLst>
          </p:cNvPr>
          <p:cNvSpPr/>
          <p:nvPr/>
        </p:nvSpPr>
        <p:spPr>
          <a:xfrm>
            <a:off x="0" y="-12003"/>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9FFFB07-15C3-5030-73A7-6D0EBC2FB180}"/>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FFC67F9-A48C-BB0E-03C5-9C32A6BB8C5D}"/>
              </a:ext>
            </a:extLst>
          </p:cNvPr>
          <p:cNvSpPr/>
          <p:nvPr/>
        </p:nvSpPr>
        <p:spPr>
          <a:xfrm rot="16200000" flipH="1">
            <a:off x="2660997" y="-2673001"/>
            <a:ext cx="6870003" cy="12192002"/>
          </a:xfrm>
          <a:prstGeom prst="rect">
            <a:avLst/>
          </a:prstGeom>
          <a:gradFill>
            <a:gsLst>
              <a:gs pos="0">
                <a:schemeClr val="accent2"/>
              </a:gs>
              <a:gs pos="94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8A2436E8-8599-9171-B0E5-3A3CED0AE2C4}"/>
              </a:ext>
            </a:extLst>
          </p:cNvPr>
          <p:cNvSpPr/>
          <p:nvPr/>
        </p:nvSpPr>
        <p:spPr>
          <a:xfrm rot="5400000" flipH="1">
            <a:off x="2719785" y="-1537266"/>
            <a:ext cx="5669226" cy="11108800"/>
          </a:xfrm>
          <a:prstGeom prst="rect">
            <a:avLst/>
          </a:prstGeom>
          <a:gradFill flip="none" rotWithShape="1">
            <a:gsLst>
              <a:gs pos="0">
                <a:schemeClr val="accent5">
                  <a:lumMod val="75000"/>
                  <a:alpha val="90000"/>
                </a:schemeClr>
              </a:gs>
              <a:gs pos="39000">
                <a:schemeClr val="accent5">
                  <a:lumMod val="60000"/>
                  <a:lumOff val="40000"/>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9D052CAB-57CB-D9A8-5BBE-F7898C5ECEE0}"/>
              </a:ext>
              <a:ext uri="{C183D7F6-B498-43B3-948B-1728B52AA6E4}">
                <adec:decorative xmlns:adec="http://schemas.microsoft.com/office/drawing/2017/decorative" val="1"/>
              </a:ext>
            </a:extLst>
          </p:cNvPr>
          <p:cNvSpPr/>
          <p:nvPr/>
        </p:nvSpPr>
        <p:spPr>
          <a:xfrm rot="16200000" flipH="1">
            <a:off x="-648303" y="636301"/>
            <a:ext cx="6870003" cy="5573396"/>
          </a:xfrm>
          <a:prstGeom prst="rect">
            <a:avLst/>
          </a:prstGeom>
          <a:gradFill flip="none" rotWithShape="1">
            <a:gsLst>
              <a:gs pos="2000">
                <a:schemeClr val="accent2">
                  <a:lumMod val="75000"/>
                </a:schemeClr>
              </a:gs>
              <a:gs pos="37000">
                <a:schemeClr val="accent2">
                  <a:alpha val="0"/>
                </a:schemeClr>
              </a:gs>
            </a:gsLst>
            <a:lin ang="36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t">
            <a:normAutofit/>
          </a:bodyPr>
          <a:lstStyle>
            <a:lvl1pPr>
              <a:defRPr lang="en-US" sz="8000" dirty="0">
                <a:solidFill>
                  <a:schemeClr val="tx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ctr">
            <a:normAutofit/>
          </a:bodyPr>
          <a:lstStyle>
            <a:lvl1pPr marL="0" indent="0">
              <a:buNone/>
              <a:defRPr lang="en-US" sz="2000" dirty="0">
                <a:solidFill>
                  <a:schemeClr val="tx1"/>
                </a:solidFill>
              </a:defRPr>
            </a:lvl1pPr>
          </a:lstStyle>
          <a:p>
            <a:pPr lvl="0"/>
            <a:r>
              <a:rPr lang="en-US"/>
              <a:t>Click to edit Master subtitle style</a:t>
            </a:r>
            <a:endParaRPr lang="en-US" dirty="0"/>
          </a:p>
        </p:txBody>
      </p:sp>
      <p:sp>
        <p:nvSpPr>
          <p:cNvPr id="12" name="Footer Placeholder 11">
            <a:extLst>
              <a:ext uri="{FF2B5EF4-FFF2-40B4-BE49-F238E27FC236}">
                <a16:creationId xmlns:a16="http://schemas.microsoft.com/office/drawing/2014/main" id="{1EF90BDF-2A3B-8AD7-6EE4-11ED28664F7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1" name="Date Placeholder 10">
            <a:extLst>
              <a:ext uri="{FF2B5EF4-FFF2-40B4-BE49-F238E27FC236}">
                <a16:creationId xmlns:a16="http://schemas.microsoft.com/office/drawing/2014/main" id="{81B66C1B-A1AD-A2BC-11D8-9AEA5E834AAC}"/>
              </a:ext>
            </a:extLst>
          </p:cNvPr>
          <p:cNvSpPr>
            <a:spLocks noGrp="1"/>
          </p:cNvSpPr>
          <p:nvPr>
            <p:ph type="dt" sz="half" idx="10"/>
          </p:nvPr>
        </p:nvSpPr>
        <p:spPr/>
        <p:txBody>
          <a:bodyPr/>
          <a:lstStyle>
            <a:lvl1pPr>
              <a:defRPr>
                <a:solidFill>
                  <a:schemeClr val="tx1"/>
                </a:solidFill>
              </a:defRPr>
            </a:lvl1pPr>
          </a:lstStyle>
          <a:p>
            <a:fld id="{3AEEF7F6-ECFE-4473-B3E9-C91BE833927A}" type="datetimeFigureOut">
              <a:rPr lang="en-US" smtClean="0"/>
              <a:t>12/5/2025</a:t>
            </a:fld>
            <a:endParaRPr lang="en-US"/>
          </a:p>
        </p:txBody>
      </p:sp>
      <p:sp>
        <p:nvSpPr>
          <p:cNvPr id="13" name="Slide Number Placeholder 12">
            <a:extLst>
              <a:ext uri="{FF2B5EF4-FFF2-40B4-BE49-F238E27FC236}">
                <a16:creationId xmlns:a16="http://schemas.microsoft.com/office/drawing/2014/main" id="{9A384A4A-7C42-E7AC-02FD-B65B61D21490}"/>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350439502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F65FF0-EE88-E48A-1552-AF2B228EADC6}"/>
              </a:ext>
            </a:extLst>
          </p:cNvPr>
          <p:cNvSpPr/>
          <p:nvPr/>
        </p:nvSpPr>
        <p:spPr>
          <a:xfrm>
            <a:off x="0" y="0"/>
            <a:ext cx="12192000" cy="6857999"/>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3D93006-CD9A-ACB8-4DFF-755585BD51C6}"/>
              </a:ext>
            </a:extLst>
          </p:cNvPr>
          <p:cNvSpPr/>
          <p:nvPr/>
        </p:nvSpPr>
        <p:spPr>
          <a:xfrm rot="5400000" flipH="1" flipV="1">
            <a:off x="2657856" y="-2666214"/>
            <a:ext cx="6876288" cy="12192001"/>
          </a:xfrm>
          <a:prstGeom prst="rect">
            <a:avLst/>
          </a:prstGeom>
          <a:gradFill>
            <a:gsLst>
              <a:gs pos="13000">
                <a:schemeClr val="accent2"/>
              </a:gs>
              <a:gs pos="100000">
                <a:schemeClr val="accent5"/>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3B71B6E1-2B98-87C0-C97D-DC19E754324D}"/>
              </a:ext>
            </a:extLst>
          </p:cNvPr>
          <p:cNvSpPr/>
          <p:nvPr/>
        </p:nvSpPr>
        <p:spPr>
          <a:xfrm rot="16200000" flipH="1" flipV="1">
            <a:off x="2144989" y="-2153344"/>
            <a:ext cx="5473326" cy="9763303"/>
          </a:xfrm>
          <a:prstGeom prst="rect">
            <a:avLst/>
          </a:prstGeom>
          <a:gradFill flip="none" rotWithShape="1">
            <a:gsLst>
              <a:gs pos="0">
                <a:schemeClr val="accent5">
                  <a:lumMod val="75000"/>
                  <a:alpha val="68000"/>
                </a:schemeClr>
              </a:gs>
              <a:gs pos="45000">
                <a:schemeClr val="accent5">
                  <a:lumMod val="60000"/>
                  <a:lumOff val="40000"/>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flipV="1">
            <a:off x="1031672" y="2962966"/>
            <a:ext cx="11160328" cy="3895034"/>
          </a:xfrm>
          <a:prstGeom prst="rect">
            <a:avLst/>
          </a:prstGeom>
          <a:gradFill>
            <a:gsLst>
              <a:gs pos="0">
                <a:schemeClr val="accent5">
                  <a:lumMod val="75000"/>
                </a:schemeClr>
              </a:gs>
              <a:gs pos="42000">
                <a:schemeClr val="accent5">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DA413373-13C5-71D9-C45A-699B0F451355}"/>
              </a:ext>
              <a:ext uri="{C183D7F6-B498-43B3-948B-1728B52AA6E4}">
                <adec:decorative xmlns:adec="http://schemas.microsoft.com/office/drawing/2017/decorative" val="1"/>
              </a:ext>
            </a:extLst>
          </p:cNvPr>
          <p:cNvSpPr/>
          <p:nvPr/>
        </p:nvSpPr>
        <p:spPr>
          <a:xfrm rot="5400000" flipH="1" flipV="1">
            <a:off x="1233479" y="361146"/>
            <a:ext cx="5263375" cy="7730333"/>
          </a:xfrm>
          <a:prstGeom prst="rect">
            <a:avLst/>
          </a:prstGeom>
          <a:gradFill flip="none" rotWithShape="1">
            <a:gsLst>
              <a:gs pos="8000">
                <a:schemeClr val="accent2">
                  <a:lumMod val="75000"/>
                </a:schemeClr>
              </a:gs>
              <a:gs pos="50000">
                <a:schemeClr val="accent2">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8" y="2093976"/>
            <a:ext cx="8229600" cy="4178808"/>
          </a:xfrm>
        </p:spPr>
        <p:txBody>
          <a:bodyPr vert="horz" lIns="91440" tIns="45720" rIns="91440" bIns="45720" rtlCol="0" anchor="b">
            <a:normAutofit/>
          </a:bodyPr>
          <a:lstStyle>
            <a:lvl1pPr>
              <a:defRPr lang="en-US" sz="6600" dirty="0">
                <a:solidFill>
                  <a:schemeClr val="tx1"/>
                </a:solidFill>
              </a:defRPr>
            </a:lvl1pPr>
          </a:lstStyle>
          <a:p>
            <a:pPr lvl="0"/>
            <a:r>
              <a:rPr lang="en-US"/>
              <a:t>Click to edit Master title style</a:t>
            </a:r>
            <a:endParaRPr lang="en-US" dirty="0"/>
          </a:p>
        </p:txBody>
      </p:sp>
      <p:sp>
        <p:nvSpPr>
          <p:cNvPr id="15" name="Footer Placeholder 14">
            <a:extLst>
              <a:ext uri="{FF2B5EF4-FFF2-40B4-BE49-F238E27FC236}">
                <a16:creationId xmlns:a16="http://schemas.microsoft.com/office/drawing/2014/main" id="{C3B3753E-6E60-F731-58BF-7C4D0497E93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4" name="Date Placeholder 13">
            <a:extLst>
              <a:ext uri="{FF2B5EF4-FFF2-40B4-BE49-F238E27FC236}">
                <a16:creationId xmlns:a16="http://schemas.microsoft.com/office/drawing/2014/main" id="{08CEB89B-6066-557A-EBEC-18307AC240FE}"/>
              </a:ext>
            </a:extLst>
          </p:cNvPr>
          <p:cNvSpPr>
            <a:spLocks noGrp="1"/>
          </p:cNvSpPr>
          <p:nvPr>
            <p:ph type="dt" sz="half" idx="10"/>
          </p:nvPr>
        </p:nvSpPr>
        <p:spPr/>
        <p:txBody>
          <a:bodyPr/>
          <a:lstStyle>
            <a:lvl1pPr>
              <a:defRPr>
                <a:solidFill>
                  <a:schemeClr val="tx1"/>
                </a:solidFill>
              </a:defRPr>
            </a:lvl1pPr>
          </a:lstStyle>
          <a:p>
            <a:fld id="{3AEEF7F6-ECFE-4473-B3E9-C91BE833927A}" type="datetimeFigureOut">
              <a:rPr lang="en-US" smtClean="0"/>
              <a:t>12/5/2025</a:t>
            </a:fld>
            <a:endParaRPr lang="en-US"/>
          </a:p>
        </p:txBody>
      </p:sp>
      <p:sp>
        <p:nvSpPr>
          <p:cNvPr id="16" name="Slide Number Placeholder 15">
            <a:extLst>
              <a:ext uri="{FF2B5EF4-FFF2-40B4-BE49-F238E27FC236}">
                <a16:creationId xmlns:a16="http://schemas.microsoft.com/office/drawing/2014/main" id="{C2114D5C-BE8D-24C7-4A79-C0C28376AA5F}"/>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2747439403"/>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6" y="2093976"/>
            <a:ext cx="8229600" cy="4178808"/>
          </a:xfrm>
        </p:spPr>
        <p:txBody>
          <a:bodyPr vert="horz" lIns="91440" tIns="45720" rIns="91440" bIns="45720" rtlCol="0" anchor="b">
            <a:normAutofit/>
          </a:bodyPr>
          <a:lstStyle>
            <a:lvl1pPr>
              <a:defRPr lang="en-US" sz="7200" dirty="0">
                <a:gradFill>
                  <a:gsLst>
                    <a:gs pos="0">
                      <a:schemeClr val="accent5"/>
                    </a:gs>
                    <a:gs pos="100000">
                      <a:schemeClr val="accent2"/>
                    </a:gs>
                  </a:gsLst>
                  <a:lin ang="6000000" scaled="0"/>
                </a:gradFill>
              </a:defRPr>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028F8ECD-BC5C-69B8-45CB-D6C697E807BB}"/>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57F97286-C615-453F-E284-B5C22987E2C1}"/>
              </a:ext>
            </a:extLst>
          </p:cNvPr>
          <p:cNvSpPr>
            <a:spLocks noGrp="1"/>
          </p:cNvSpPr>
          <p:nvPr>
            <p:ph type="dt" sz="half" idx="10"/>
          </p:nvPr>
        </p:nvSpPr>
        <p:spPr/>
        <p:txBody>
          <a:bodyPr/>
          <a:lstStyle/>
          <a:p>
            <a:fld id="{3AEEF7F6-ECFE-4473-B3E9-C91BE833927A}" type="datetimeFigureOut">
              <a:rPr lang="en-US" smtClean="0"/>
              <a:t>12/5/2025</a:t>
            </a:fld>
            <a:endParaRPr lang="en-US"/>
          </a:p>
        </p:txBody>
      </p:sp>
      <p:sp>
        <p:nvSpPr>
          <p:cNvPr id="6" name="Slide Number Placeholder 5">
            <a:extLst>
              <a:ext uri="{FF2B5EF4-FFF2-40B4-BE49-F238E27FC236}">
                <a16:creationId xmlns:a16="http://schemas.microsoft.com/office/drawing/2014/main" id="{96A721B8-1357-D164-0082-D2B50441B990}"/>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799828757"/>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DF4C684-CDD4-5CA8-12DC-BB0C4BFE21EA}"/>
              </a:ext>
              <a:ext uri="{C183D7F6-B498-43B3-948B-1728B52AA6E4}">
                <adec:decorative xmlns:adec="http://schemas.microsoft.com/office/drawing/2017/decorative" val="1"/>
              </a:ext>
            </a:extLst>
          </p:cNvPr>
          <p:cNvGrpSpPr/>
          <p:nvPr/>
        </p:nvGrpSpPr>
        <p:grpSpPr>
          <a:xfrm>
            <a:off x="0" y="-4329"/>
            <a:ext cx="5056093" cy="6869586"/>
            <a:chOff x="5171844" y="-11586"/>
            <a:chExt cx="7020159" cy="6869586"/>
          </a:xfrm>
        </p:grpSpPr>
        <p:sp>
          <p:nvSpPr>
            <p:cNvPr id="4" name="Rectangle 3">
              <a:extLst>
                <a:ext uri="{FF2B5EF4-FFF2-40B4-BE49-F238E27FC236}">
                  <a16:creationId xmlns:a16="http://schemas.microsoft.com/office/drawing/2014/main" id="{F6ECDBF0-A1F0-37B6-C87A-8687287F7950}"/>
                </a:ext>
              </a:extLst>
            </p:cNvPr>
            <p:cNvSpPr/>
            <p:nvPr/>
          </p:nvSpPr>
          <p:spPr>
            <a:xfrm>
              <a:off x="5171848" y="-11580"/>
              <a:ext cx="7020152"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60F90E0-14F7-6838-2C0A-149459C1D143}"/>
                </a:ext>
              </a:extLst>
            </p:cNvPr>
            <p:cNvSpPr/>
            <p:nvPr/>
          </p:nvSpPr>
          <p:spPr>
            <a:xfrm rot="10800000">
              <a:off x="6351336" y="876304"/>
              <a:ext cx="5840664" cy="5981696"/>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 name="Rectangle 9">
              <a:extLst>
                <a:ext uri="{FF2B5EF4-FFF2-40B4-BE49-F238E27FC236}">
                  <a16:creationId xmlns:a16="http://schemas.microsoft.com/office/drawing/2014/main" id="{7578B55F-B3C4-0B70-7EAE-5FBFD3308543}"/>
                </a:ext>
              </a:extLst>
            </p:cNvPr>
            <p:cNvSpPr/>
            <p:nvPr/>
          </p:nvSpPr>
          <p:spPr>
            <a:xfrm>
              <a:off x="5171844" y="-11586"/>
              <a:ext cx="5171848" cy="6869586"/>
            </a:xfrm>
            <a:prstGeom prst="rect">
              <a:avLst/>
            </a:prstGeom>
            <a:gradFill flip="none" rotWithShape="1">
              <a:gsLst>
                <a:gs pos="3000">
                  <a:schemeClr val="accent2">
                    <a:alpha val="70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FFBDE35-AEB9-6AFE-BC7A-79FEFBB51D0A}"/>
                </a:ext>
              </a:extLst>
            </p:cNvPr>
            <p:cNvSpPr/>
            <p:nvPr/>
          </p:nvSpPr>
          <p:spPr>
            <a:xfrm rot="16200000">
              <a:off x="6042356" y="708353"/>
              <a:ext cx="6869583" cy="5429710"/>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58368" y="2103120"/>
            <a:ext cx="3666744" cy="2624328"/>
          </a:xfrm>
          <a:noFill/>
        </p:spPr>
        <p:txBody>
          <a:bodyPr anchor="ctr">
            <a:normAutofit/>
          </a:bodyPr>
          <a:lstStyle>
            <a:lvl1pPr algn="ctr">
              <a:defRPr sz="4800">
                <a:solidFill>
                  <a:schemeClr val="bg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p:txBody>
          <a:bodyPr/>
          <a:lstStyle>
            <a:lvl1pPr>
              <a:defRPr>
                <a:solidFill>
                  <a:schemeClr val="bg1"/>
                </a:solidFill>
              </a:defRPr>
            </a:lvl1p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57702" y="877824"/>
            <a:ext cx="5509458" cy="5102352"/>
          </a:xfrm>
        </p:spPr>
        <p:txBody>
          <a:bodyPr vert="horz" lIns="91440" tIns="45720" rIns="91440" bIns="45720" rtlCol="0" anchor="ctr">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p:txBody>
          <a:bodyPr/>
          <a:lstStyle/>
          <a:p>
            <a:fld id="{3AEEF7F6-ECFE-4473-B3E9-C91BE833927A}" type="datetimeFigureOut">
              <a:rPr lang="en-US" smtClean="0"/>
              <a:t>12/5/2025</a:t>
            </a:fld>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7346078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9BA5514-C4EC-5772-F451-90A91C385D21}"/>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4" name="Rectangle 3">
              <a:extLst>
                <a:ext uri="{FF2B5EF4-FFF2-40B4-BE49-F238E27FC236}">
                  <a16:creationId xmlns:a16="http://schemas.microsoft.com/office/drawing/2014/main" id="{1C95E155-D254-47EB-52CD-C66E0A29E9AB}"/>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5" name="Rectangle 4">
              <a:extLst>
                <a:ext uri="{FF2B5EF4-FFF2-40B4-BE49-F238E27FC236}">
                  <a16:creationId xmlns:a16="http://schemas.microsoft.com/office/drawing/2014/main" id="{B947EE6D-F09F-E804-C40C-AB228BDE8E64}"/>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272783" y="722376"/>
            <a:ext cx="5138927" cy="1581912"/>
          </a:xfrm>
        </p:spPr>
        <p:txBody>
          <a:bodyPr vert="horz" lIns="91440" tIns="45720" rIns="91440" bIns="45720" rtlCol="0" anchor="b">
            <a:normAutofit/>
          </a:bodyPr>
          <a:lstStyle>
            <a:lvl1pPr>
              <a:defRPr lang="en-US" sz="6000" dirty="0">
                <a:gradFill>
                  <a:gsLst>
                    <a:gs pos="0">
                      <a:schemeClr val="accent2"/>
                    </a:gs>
                    <a:gs pos="100000">
                      <a:schemeClr val="accent5"/>
                    </a:gs>
                  </a:gsLst>
                  <a:lin ang="12000000" scaled="0"/>
                </a:gradFill>
              </a:defRPr>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630EF3B0-9D02-EBD8-2D14-79BF34534AA1}"/>
              </a:ext>
            </a:extLst>
          </p:cNvPr>
          <p:cNvSpPr>
            <a:spLocks noGrp="1"/>
          </p:cNvSpPr>
          <p:nvPr>
            <p:ph type="pic" sz="quarter" idx="17" hasCustomPrompt="1"/>
          </p:nvPr>
        </p:nvSpPr>
        <p:spPr>
          <a:xfrm>
            <a:off x="119307" y="0"/>
            <a:ext cx="5413248" cy="6858000"/>
          </a:xfrm>
          <a:blipFill>
            <a:blip r:embed="rId2">
              <a:alphaModFix amt="70000"/>
            </a:blip>
            <a:stretch>
              <a:fillRect/>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834640"/>
            <a:ext cx="5138928" cy="2999232"/>
          </a:xfrm>
        </p:spPr>
        <p:txBody>
          <a:bodyPr vert="horz" lIns="91440" tIns="45720" rIns="91440" bIns="45720" rtlCol="0" anchor="b">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272784" y="6318504"/>
            <a:ext cx="3569956" cy="365760"/>
          </a:xfrm>
        </p:spPr>
        <p:txBody>
          <a:bodyPr/>
          <a:lstStyle/>
          <a:p>
            <a:endParaRPr lang="en-US"/>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10075652" y="6318504"/>
            <a:ext cx="1491507" cy="365760"/>
          </a:xfrm>
        </p:spPr>
        <p:txBody>
          <a:bodyPr/>
          <a:lstStyle/>
          <a:p>
            <a:fld id="{3AEEF7F6-ECFE-4473-B3E9-C91BE833927A}" type="datetimeFigureOut">
              <a:rPr lang="en-US" smtClean="0"/>
              <a:t>12/5/2025</a:t>
            </a:fld>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820586682"/>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CE855AC-5F95-123D-E0A1-CBD75D8FD00A}"/>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F3A6A854-7BA6-35FC-898F-37F3BC10E5D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455EF75-521C-7F12-2397-68B6128751E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82496" y="2222436"/>
            <a:ext cx="4160520" cy="2825496"/>
          </a:xfrm>
        </p:spPr>
        <p:txBody>
          <a:bodyPr anchor="t">
            <a:normAutofit/>
          </a:bodyPr>
          <a:lstStyle>
            <a:lvl1pPr>
              <a:defRPr sz="4000">
                <a:gradFill>
                  <a:gsLst>
                    <a:gs pos="0">
                      <a:schemeClr val="accent5"/>
                    </a:gs>
                    <a:gs pos="100000">
                      <a:schemeClr val="accent2"/>
                    </a:gs>
                  </a:gsLst>
                  <a:lin ang="13800000" scaled="0"/>
                </a:gra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437376" y="2222436"/>
            <a:ext cx="3959352" cy="2697480"/>
          </a:xfrm>
        </p:spPr>
        <p:txBody>
          <a:bodyPr vert="horz" lIns="91440" tIns="45720" rIns="91440" bIns="45720" rtlCol="0">
            <a:normAutofit/>
          </a:bodyPr>
          <a:lstStyle>
            <a:lvl1pPr marL="0" indent="0">
              <a:buNone/>
              <a:defRPr lang="en-US" sz="1800" dirty="0"/>
            </a:lvl1pPr>
            <a:lvl2pPr marL="228600" indent="0">
              <a:buNone/>
              <a:defRPr lang="en-US" sz="16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F09CF825-511F-35F8-E0EC-636033ED43EE}"/>
              </a:ext>
            </a:extLst>
          </p:cNvPr>
          <p:cNvSpPr>
            <a:spLocks noGrp="1"/>
          </p:cNvSpPr>
          <p:nvPr>
            <p:ph type="ftr" sz="quarter" idx="15"/>
          </p:nvPr>
        </p:nvSpPr>
        <p:spPr/>
        <p:txBody>
          <a:bodyPr/>
          <a:lstStyle/>
          <a:p>
            <a:endParaRPr lang="en-US"/>
          </a:p>
        </p:txBody>
      </p:sp>
      <p:sp>
        <p:nvSpPr>
          <p:cNvPr id="13" name="Date Placeholder 12">
            <a:extLst>
              <a:ext uri="{FF2B5EF4-FFF2-40B4-BE49-F238E27FC236}">
                <a16:creationId xmlns:a16="http://schemas.microsoft.com/office/drawing/2014/main" id="{36A82C16-EB1A-4294-103B-715F071E5A35}"/>
              </a:ext>
            </a:extLst>
          </p:cNvPr>
          <p:cNvSpPr>
            <a:spLocks noGrp="1"/>
          </p:cNvSpPr>
          <p:nvPr>
            <p:ph type="dt" sz="half" idx="14"/>
          </p:nvPr>
        </p:nvSpPr>
        <p:spPr/>
        <p:txBody>
          <a:bodyPr/>
          <a:lstStyle/>
          <a:p>
            <a:fld id="{3AEEF7F6-ECFE-4473-B3E9-C91BE833927A}" type="datetimeFigureOut">
              <a:rPr lang="en-US" smtClean="0"/>
              <a:t>12/5/2025</a:t>
            </a:fld>
            <a:endParaRPr lang="en-US"/>
          </a:p>
        </p:txBody>
      </p:sp>
      <p:sp>
        <p:nvSpPr>
          <p:cNvPr id="15" name="Slide Number Placeholder 14">
            <a:extLst>
              <a:ext uri="{FF2B5EF4-FFF2-40B4-BE49-F238E27FC236}">
                <a16:creationId xmlns:a16="http://schemas.microsoft.com/office/drawing/2014/main" id="{727EA83B-52EA-A0B8-E2E8-C9D1FE273B22}"/>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0345979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74537F0-59D7-5CF5-65CE-33DFA62B3767}"/>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C7EFD035-FCE9-275A-5EEF-94FC6583E39A}"/>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DFF3E46-4915-D511-DDA5-9451667C3C8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68552" y="2048256"/>
            <a:ext cx="3813048" cy="3538728"/>
          </a:xfrm>
        </p:spPr>
        <p:txBody>
          <a:bodyPr anchor="t">
            <a:normAutofit/>
          </a:bodyPr>
          <a:lstStyle>
            <a:lvl1pPr>
              <a:defRPr sz="3200">
                <a:gradFill>
                  <a:gsLst>
                    <a:gs pos="0">
                      <a:schemeClr val="accent5"/>
                    </a:gs>
                    <a:gs pos="100000">
                      <a:schemeClr val="accent2"/>
                    </a:gs>
                  </a:gsLst>
                  <a:lin ang="13800000" scaled="0"/>
                </a:gra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75960" y="2048256"/>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57CB2298-A12A-D380-ED4F-AD870434F233}"/>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9D1F2EAD-3327-FA60-8B7F-6CBBD02C3F07}"/>
              </a:ext>
            </a:extLst>
          </p:cNvPr>
          <p:cNvSpPr>
            <a:spLocks noGrp="1"/>
          </p:cNvSpPr>
          <p:nvPr>
            <p:ph type="dt" sz="half" idx="14"/>
          </p:nvPr>
        </p:nvSpPr>
        <p:spPr/>
        <p:txBody>
          <a:bodyPr/>
          <a:lstStyle/>
          <a:p>
            <a:fld id="{3AEEF7F6-ECFE-4473-B3E9-C91BE833927A}" type="datetimeFigureOut">
              <a:rPr lang="en-US" smtClean="0"/>
              <a:t>12/5/2025</a:t>
            </a:fld>
            <a:endParaRPr lang="en-US"/>
          </a:p>
        </p:txBody>
      </p:sp>
      <p:sp>
        <p:nvSpPr>
          <p:cNvPr id="9" name="Slide Number Placeholder 8">
            <a:extLst>
              <a:ext uri="{FF2B5EF4-FFF2-40B4-BE49-F238E27FC236}">
                <a16:creationId xmlns:a16="http://schemas.microsoft.com/office/drawing/2014/main" id="{A63D4A7C-9E9E-96BC-68B8-3F92C9B3B40E}"/>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1547493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0675FE4-1839-CB8F-7574-8FBCED9706D1}"/>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9" name="Rectangle 8">
              <a:extLst>
                <a:ext uri="{FF2B5EF4-FFF2-40B4-BE49-F238E27FC236}">
                  <a16:creationId xmlns:a16="http://schemas.microsoft.com/office/drawing/2014/main" id="{1C309010-BB96-4CE9-3A39-43FA59198DD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2D5C3E8-4075-EEED-D3DC-B1B0DCD9F940}"/>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722376"/>
            <a:ext cx="7214616" cy="1280160"/>
          </a:xfrm>
        </p:spPr>
        <p:txBody>
          <a:bodyPr anchor="t">
            <a:normAutofit/>
          </a:bodyPr>
          <a:lstStyle>
            <a:lvl1pPr>
              <a:defRPr sz="4000">
                <a:gradFill>
                  <a:gsLst>
                    <a:gs pos="0">
                      <a:schemeClr val="accent5"/>
                    </a:gs>
                    <a:gs pos="100000">
                      <a:schemeClr val="accent2"/>
                    </a:gs>
                  </a:gsLst>
                  <a:lin ang="13800000" scaled="0"/>
                </a:gra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3922776" y="2240280"/>
            <a:ext cx="7349947" cy="37216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11">
            <a:extLst>
              <a:ext uri="{FF2B5EF4-FFF2-40B4-BE49-F238E27FC236}">
                <a16:creationId xmlns:a16="http://schemas.microsoft.com/office/drawing/2014/main" id="{4A089F15-F7A9-6130-79CF-D853C6B4B742}"/>
              </a:ext>
            </a:extLst>
          </p:cNvPr>
          <p:cNvSpPr>
            <a:spLocks noGrp="1"/>
          </p:cNvSpPr>
          <p:nvPr>
            <p:ph type="ftr" sz="quarter" idx="15"/>
          </p:nvPr>
        </p:nvSpPr>
        <p:spPr/>
        <p:txBody>
          <a:bodyPr/>
          <a:lstStyle/>
          <a:p>
            <a:endParaRPr lang="en-US"/>
          </a:p>
        </p:txBody>
      </p:sp>
      <p:sp>
        <p:nvSpPr>
          <p:cNvPr id="11" name="Date Placeholder 10">
            <a:extLst>
              <a:ext uri="{FF2B5EF4-FFF2-40B4-BE49-F238E27FC236}">
                <a16:creationId xmlns:a16="http://schemas.microsoft.com/office/drawing/2014/main" id="{65C79459-C978-FF61-F7FC-DC5D1F170174}"/>
              </a:ext>
            </a:extLst>
          </p:cNvPr>
          <p:cNvSpPr>
            <a:spLocks noGrp="1"/>
          </p:cNvSpPr>
          <p:nvPr>
            <p:ph type="dt" sz="half" idx="14"/>
          </p:nvPr>
        </p:nvSpPr>
        <p:spPr/>
        <p:txBody>
          <a:bodyPr/>
          <a:lstStyle/>
          <a:p>
            <a:fld id="{3AEEF7F6-ECFE-4473-B3E9-C91BE833927A}" type="datetimeFigureOut">
              <a:rPr lang="en-US" smtClean="0"/>
              <a:t>12/5/2025</a:t>
            </a:fld>
            <a:endParaRPr lang="en-US"/>
          </a:p>
        </p:txBody>
      </p:sp>
      <p:sp>
        <p:nvSpPr>
          <p:cNvPr id="13" name="Slide Number Placeholder 12">
            <a:extLst>
              <a:ext uri="{FF2B5EF4-FFF2-40B4-BE49-F238E27FC236}">
                <a16:creationId xmlns:a16="http://schemas.microsoft.com/office/drawing/2014/main" id="{BFFBCCE1-48C7-7734-891D-F4664CC97B6C}"/>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5313845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3A83600-30C4-2F21-93C5-D07537A39648}"/>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BA1F9F49-F979-53D6-3ED8-352816078D4C}"/>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4745F95-9BA3-B7A5-F004-E2BB1CFFE2F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4215384" cy="3136392"/>
          </a:xfrm>
        </p:spPr>
        <p:txBody>
          <a:bodyPr anchor="t">
            <a:normAutofit/>
          </a:bodyPr>
          <a:lstStyle>
            <a:lvl1pPr>
              <a:defRPr sz="3200">
                <a:gradFill>
                  <a:gsLst>
                    <a:gs pos="0">
                      <a:schemeClr val="accent5"/>
                    </a:gs>
                    <a:gs pos="100000">
                      <a:schemeClr val="accent2"/>
                    </a:gs>
                  </a:gsLst>
                  <a:lin ang="13800000" scaled="0"/>
                </a:gra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68696" y="640080"/>
            <a:ext cx="5998464" cy="56967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12/5/2025</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1264752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604B371-347D-80EC-2C2C-C69CD2EF7B9D}"/>
              </a:ext>
              <a:ext uri="{C183D7F6-B498-43B3-948B-1728B52AA6E4}">
                <adec:decorative xmlns:adec="http://schemas.microsoft.com/office/drawing/2017/decorative" val="1"/>
              </a:ext>
            </a:extLst>
          </p:cNvPr>
          <p:cNvGrpSpPr/>
          <p:nvPr/>
        </p:nvGrpSpPr>
        <p:grpSpPr>
          <a:xfrm flipV="1">
            <a:off x="12068340" y="0"/>
            <a:ext cx="123362" cy="6858000"/>
            <a:chOff x="12068638" y="0"/>
            <a:chExt cx="123362" cy="6858000"/>
          </a:xfrm>
        </p:grpSpPr>
        <p:sp>
          <p:nvSpPr>
            <p:cNvPr id="5" name="Rectangle 4">
              <a:extLst>
                <a:ext uri="{FF2B5EF4-FFF2-40B4-BE49-F238E27FC236}">
                  <a16:creationId xmlns:a16="http://schemas.microsoft.com/office/drawing/2014/main" id="{3F227FEA-4B4B-3484-7267-B7BD65A4E9BF}"/>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53530AA-F724-4235-0FDF-84595FCBFBC1}"/>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21792"/>
            <a:ext cx="10872216" cy="749808"/>
          </a:xfrm>
        </p:spPr>
        <p:txBody>
          <a:bodyPr anchor="ctr">
            <a:normAutofit/>
          </a:bodyPr>
          <a:lstStyle>
            <a:lvl1pPr>
              <a:defRPr sz="3200">
                <a:gradFill>
                  <a:gsLst>
                    <a:gs pos="0">
                      <a:schemeClr val="accent5"/>
                    </a:gs>
                    <a:gs pos="100000">
                      <a:schemeClr val="accent2"/>
                    </a:gs>
                  </a:gsLst>
                  <a:lin ang="13800000" scaled="0"/>
                </a:gra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1591056"/>
            <a:ext cx="7772400"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12/5/2025</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5070337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C1155E4-5659-692F-6CDC-095E555AF698}"/>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88AFD6F-0EAD-ADCF-CB9A-AB74C59048E1}"/>
              </a:ext>
            </a:extLst>
          </p:cNvPr>
          <p:cNvSpPr/>
          <p:nvPr/>
        </p:nvSpPr>
        <p:spPr>
          <a:xfrm rot="16200000">
            <a:off x="6635246" y="-3716556"/>
            <a:ext cx="1855397" cy="9288510"/>
          </a:xfrm>
          <a:prstGeom prst="rect">
            <a:avLst/>
          </a:prstGeom>
          <a:gradFill>
            <a:gsLst>
              <a:gs pos="45000">
                <a:schemeClr val="accent5">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310896"/>
            <a:ext cx="10872216" cy="1225296"/>
          </a:xfrm>
        </p:spPr>
        <p:txBody>
          <a:bodyPr anchor="ctr">
            <a:normAutofit/>
          </a:bodyPr>
          <a:lstStyle>
            <a:lvl1pPr>
              <a:defRPr sz="3200">
                <a:solidFill>
                  <a:schemeClr val="bg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2313432"/>
            <a:ext cx="8732520" cy="3895344"/>
          </a:xfr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12/5/2025</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2817072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394E45B-1239-5927-7239-231AB33A23C5}"/>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3" name="Rectangle 12">
              <a:extLst>
                <a:ext uri="{FF2B5EF4-FFF2-40B4-BE49-F238E27FC236}">
                  <a16:creationId xmlns:a16="http://schemas.microsoft.com/office/drawing/2014/main" id="{C82CCE1C-1D53-2F67-CA11-693E1CA40CC5}"/>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C77A3C2-9949-B8A0-8486-8228C60D0C3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3493008" cy="3621024"/>
          </a:xfrm>
        </p:spPr>
        <p:txBody>
          <a:bodyPr vert="horz" lIns="91440" tIns="45720" rIns="91440" bIns="45720" rtlCol="0" anchor="t">
            <a:normAutofit/>
          </a:bodyPr>
          <a:lstStyle>
            <a:lvl1pPr>
              <a:defRPr lang="en-US" dirty="0">
                <a:gradFill>
                  <a:gsLst>
                    <a:gs pos="0">
                      <a:schemeClr val="accent5"/>
                    </a:gs>
                    <a:gs pos="100000">
                      <a:schemeClr val="accent2"/>
                    </a:gs>
                  </a:gsLst>
                  <a:lin ang="13800000" scaled="0"/>
                </a:gradFill>
              </a:defRPr>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3AEEF7F6-ECFE-4473-B3E9-C91BE833927A}" type="datetimeFigureOut">
              <a:rPr lang="en-US" smtClean="0"/>
              <a:t>12/5/2025</a:t>
            </a:fld>
            <a:endParaRPr lang="en-US"/>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2093562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F2293C7-9DD5-C84B-6A44-F0D117C4C94B}"/>
              </a:ext>
            </a:extLst>
          </p:cNvPr>
          <p:cNvSpPr/>
          <p:nvPr/>
        </p:nvSpPr>
        <p:spPr>
          <a:xfrm>
            <a:off x="3" y="-4323"/>
            <a:ext cx="4059076"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C088F0D-A4DE-CAA0-43A6-84E52AD904F3}"/>
              </a:ext>
            </a:extLst>
          </p:cNvPr>
          <p:cNvSpPr/>
          <p:nvPr/>
        </p:nvSpPr>
        <p:spPr>
          <a:xfrm rot="10800000">
            <a:off x="-1" y="1061883"/>
            <a:ext cx="4059079" cy="5803372"/>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6" name="Rectangle 5">
            <a:extLst>
              <a:ext uri="{FF2B5EF4-FFF2-40B4-BE49-F238E27FC236}">
                <a16:creationId xmlns:a16="http://schemas.microsoft.com/office/drawing/2014/main" id="{25CD67E0-1350-1985-A4E1-5215AF902BF2}"/>
              </a:ext>
            </a:extLst>
          </p:cNvPr>
          <p:cNvSpPr/>
          <p:nvPr/>
        </p:nvSpPr>
        <p:spPr>
          <a:xfrm rot="16200000">
            <a:off x="-524095" y="1129367"/>
            <a:ext cx="5716870" cy="3449479"/>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3081528" cy="4014216"/>
          </a:xfrm>
        </p:spPr>
        <p:txBody>
          <a:bodyPr vert="horz" lIns="91440" tIns="45720" rIns="91440" bIns="45720" rtlCol="0" anchor="t">
            <a:normAutofit/>
          </a:bodyPr>
          <a:lstStyle>
            <a:lvl1pPr>
              <a:defRPr lang="en-US" dirty="0">
                <a:solidFill>
                  <a:schemeClr val="bg1"/>
                </a:solidFill>
              </a:defRPr>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2B6B8768-08ED-B8FE-AB87-3961B13E76EC}"/>
              </a:ext>
            </a:extLst>
          </p:cNvPr>
          <p:cNvSpPr>
            <a:spLocks noGrp="1"/>
          </p:cNvSpPr>
          <p:nvPr>
            <p:ph type="ftr" sz="quarter" idx="15"/>
          </p:nvPr>
        </p:nvSpPr>
        <p:spPr>
          <a:xfrm>
            <a:off x="612648" y="6318504"/>
            <a:ext cx="3446431" cy="365760"/>
          </a:xfrm>
        </p:spPr>
        <p:txBody>
          <a:bodyPr/>
          <a:lstStyle>
            <a:lvl1pPr>
              <a:defRPr>
                <a:solidFill>
                  <a:schemeClr val="bg1"/>
                </a:solidFill>
              </a:defRPr>
            </a:lvl1pPr>
          </a:lstStyle>
          <a:p>
            <a:endParaRPr lang="en-US"/>
          </a:p>
        </p:txBody>
      </p:sp>
      <p:sp>
        <p:nvSpPr>
          <p:cNvPr id="10" name="Date Placeholder 9">
            <a:extLst>
              <a:ext uri="{FF2B5EF4-FFF2-40B4-BE49-F238E27FC236}">
                <a16:creationId xmlns:a16="http://schemas.microsoft.com/office/drawing/2014/main" id="{0790CD73-4635-8D46-A7E8-EDF5E35D34ED}"/>
              </a:ext>
            </a:extLst>
          </p:cNvPr>
          <p:cNvSpPr>
            <a:spLocks noGrp="1"/>
          </p:cNvSpPr>
          <p:nvPr>
            <p:ph type="dt" sz="half" idx="14"/>
          </p:nvPr>
        </p:nvSpPr>
        <p:spPr/>
        <p:txBody>
          <a:bodyPr/>
          <a:lstStyle/>
          <a:p>
            <a:fld id="{3AEEF7F6-ECFE-4473-B3E9-C91BE833927A}" type="datetimeFigureOut">
              <a:rPr lang="en-US" smtClean="0"/>
              <a:t>12/5/2025</a:t>
            </a:fld>
            <a:endParaRPr lang="en-US"/>
          </a:p>
        </p:txBody>
      </p:sp>
      <p:sp>
        <p:nvSpPr>
          <p:cNvPr id="12" name="Slide Number Placeholder 11">
            <a:extLst>
              <a:ext uri="{FF2B5EF4-FFF2-40B4-BE49-F238E27FC236}">
                <a16:creationId xmlns:a16="http://schemas.microsoft.com/office/drawing/2014/main" id="{CE7E57EE-CAE7-24C5-9F1D-159F32ADDDD0}"/>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1486097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605272" y="502920"/>
            <a:ext cx="5961888" cy="1197864"/>
          </a:xfrm>
        </p:spPr>
        <p:txBody>
          <a:bodyPr anchor="b"/>
          <a:lstStyle/>
          <a:p>
            <a:r>
              <a:rPr lang="en-US"/>
              <a:t>Click to edit Master title style</a:t>
            </a:r>
            <a:endParaRPr lang="en-US" dirty="0"/>
          </a:p>
        </p:txBody>
      </p:sp>
      <p:grpSp>
        <p:nvGrpSpPr>
          <p:cNvPr id="3" name="Group 2">
            <a:extLst>
              <a:ext uri="{FF2B5EF4-FFF2-40B4-BE49-F238E27FC236}">
                <a16:creationId xmlns:a16="http://schemas.microsoft.com/office/drawing/2014/main" id="{125E9B8B-7499-A48C-F314-3620CFFB8E0B}"/>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139B506F-0FAC-8905-0F05-E889644A7B9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DAC1EBA-955D-23C1-CCE1-CF2C6CBFD05B}"/>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Picture Placeholder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115866" y="0"/>
            <a:ext cx="4837176"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605272" y="1801367"/>
            <a:ext cx="5961888"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851225D-49EF-5752-ACF2-F43EB2B36332}"/>
              </a:ext>
            </a:extLst>
          </p:cNvPr>
          <p:cNvSpPr>
            <a:spLocks noGrp="1"/>
          </p:cNvSpPr>
          <p:nvPr>
            <p:ph type="ftr" sz="quarter" idx="17"/>
          </p:nvPr>
        </p:nvSpPr>
        <p:spPr>
          <a:xfrm>
            <a:off x="5605272" y="6318504"/>
            <a:ext cx="4096512" cy="365760"/>
          </a:xfrm>
        </p:spPr>
        <p:txBody>
          <a:bodyPr/>
          <a:lstStyle/>
          <a:p>
            <a:endParaRPr lang="en-US"/>
          </a:p>
        </p:txBody>
      </p:sp>
      <p:sp>
        <p:nvSpPr>
          <p:cNvPr id="4" name="Date Placeholder 3">
            <a:extLst>
              <a:ext uri="{FF2B5EF4-FFF2-40B4-BE49-F238E27FC236}">
                <a16:creationId xmlns:a16="http://schemas.microsoft.com/office/drawing/2014/main" id="{93A362DD-3333-1184-E97C-2FDF9D599F49}"/>
              </a:ext>
            </a:extLst>
          </p:cNvPr>
          <p:cNvSpPr>
            <a:spLocks noGrp="1"/>
          </p:cNvSpPr>
          <p:nvPr>
            <p:ph type="dt" sz="half" idx="16"/>
          </p:nvPr>
        </p:nvSpPr>
        <p:spPr>
          <a:xfrm>
            <a:off x="9701784" y="6318504"/>
            <a:ext cx="1865376" cy="365760"/>
          </a:xfrm>
        </p:spPr>
        <p:txBody>
          <a:bodyPr/>
          <a:lstStyle/>
          <a:p>
            <a:fld id="{3AEEF7F6-ECFE-4473-B3E9-C91BE833927A}" type="datetimeFigureOut">
              <a:rPr lang="en-US" smtClean="0"/>
              <a:t>12/5/2025</a:t>
            </a:fld>
            <a:endParaRPr lang="en-US"/>
          </a:p>
        </p:txBody>
      </p:sp>
      <p:sp>
        <p:nvSpPr>
          <p:cNvPr id="6" name="Slide Number Placeholder 5">
            <a:extLst>
              <a:ext uri="{FF2B5EF4-FFF2-40B4-BE49-F238E27FC236}">
                <a16:creationId xmlns:a16="http://schemas.microsoft.com/office/drawing/2014/main" id="{7C21012C-B1FA-A889-A45D-1DA431A41443}"/>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577271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6858000" cy="84124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472184"/>
            <a:ext cx="6858000"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655B44AF-FB05-4BBA-5AC9-C89D1BB5BE69}"/>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2632EABA-2011-B91D-C867-6B03C4743305}"/>
              </a:ext>
            </a:extLst>
          </p:cNvPr>
          <p:cNvSpPr>
            <a:spLocks noGrp="1"/>
          </p:cNvSpPr>
          <p:nvPr>
            <p:ph type="dt" sz="half" idx="16"/>
          </p:nvPr>
        </p:nvSpPr>
        <p:spPr>
          <a:xfrm>
            <a:off x="4709160" y="6318504"/>
            <a:ext cx="2350008" cy="365760"/>
          </a:xfrm>
        </p:spPr>
        <p:txBody>
          <a:bodyPr/>
          <a:lstStyle/>
          <a:p>
            <a:fld id="{3AEEF7F6-ECFE-4473-B3E9-C91BE833927A}" type="datetimeFigureOut">
              <a:rPr lang="en-US" smtClean="0"/>
              <a:t>12/5/2025</a:t>
            </a:fld>
            <a:endParaRPr lang="en-US"/>
          </a:p>
        </p:txBody>
      </p:sp>
      <p:sp>
        <p:nvSpPr>
          <p:cNvPr id="13" name="Slide Number Placeholder 12">
            <a:extLst>
              <a:ext uri="{FF2B5EF4-FFF2-40B4-BE49-F238E27FC236}">
                <a16:creationId xmlns:a16="http://schemas.microsoft.com/office/drawing/2014/main" id="{437E37F5-E579-D12C-536E-A9118707E1C6}"/>
              </a:ext>
            </a:extLst>
          </p:cNvPr>
          <p:cNvSpPr>
            <a:spLocks noGrp="1"/>
          </p:cNvSpPr>
          <p:nvPr>
            <p:ph type="sldNum" sz="quarter" idx="18"/>
          </p:nvPr>
        </p:nvSpPr>
        <p:spPr>
          <a:xfrm>
            <a:off x="6976872" y="6318504"/>
            <a:ext cx="493776" cy="365760"/>
          </a:xfrm>
        </p:spPr>
        <p:txBody>
          <a:bodyPr/>
          <a:lstStyle/>
          <a:p>
            <a:fld id="{5DAD859A-2C66-45B9-9A71-3CF205EC2D4A}" type="slidenum">
              <a:rPr lang="en-US" smtClean="0"/>
              <a:t>‹#›</a:t>
            </a:fld>
            <a:endParaRPr lang="en-US"/>
          </a:p>
        </p:txBody>
      </p:sp>
      <p:sp>
        <p:nvSpPr>
          <p:cNvPr id="9" name="Picture Placeholder 8">
            <a:extLst>
              <a:ext uri="{FF2B5EF4-FFF2-40B4-BE49-F238E27FC236}">
                <a16:creationId xmlns:a16="http://schemas.microsoft.com/office/drawing/2014/main" id="{19D3616B-B0C6-AB9E-48FA-05090671826A}"/>
              </a:ext>
            </a:extLst>
          </p:cNvPr>
          <p:cNvSpPr>
            <a:spLocks noGrp="1"/>
          </p:cNvSpPr>
          <p:nvPr>
            <p:ph type="pic" sz="quarter" idx="15" hasCustomPrompt="1"/>
          </p:nvPr>
        </p:nvSpPr>
        <p:spPr>
          <a:xfrm>
            <a:off x="8129142" y="0"/>
            <a:ext cx="3939493"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grpSp>
        <p:nvGrpSpPr>
          <p:cNvPr id="10" name="Group 9">
            <a:extLst>
              <a:ext uri="{FF2B5EF4-FFF2-40B4-BE49-F238E27FC236}">
                <a16:creationId xmlns:a16="http://schemas.microsoft.com/office/drawing/2014/main" id="{D5BBFBAF-5922-A442-5D1A-BC28ADE0D2B7}"/>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1" name="Rectangle 10">
              <a:extLst>
                <a:ext uri="{FF2B5EF4-FFF2-40B4-BE49-F238E27FC236}">
                  <a16:creationId xmlns:a16="http://schemas.microsoft.com/office/drawing/2014/main" id="{E9DBF79C-336C-A5FC-F9A7-F678FEB5C351}"/>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B3E95C8-0894-01F3-97E4-60803AAA24A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536086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06516" y="502920"/>
            <a:ext cx="6858000" cy="841248"/>
          </a:xfrm>
        </p:spPr>
        <p:txBody>
          <a:bodyPr anchor="b"/>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8AF4E90B-EF6F-24B4-C4FE-7FBC72B7E9EE}"/>
              </a:ext>
            </a:extLst>
          </p:cNvPr>
          <p:cNvSpPr>
            <a:spLocks noGrp="1"/>
          </p:cNvSpPr>
          <p:nvPr>
            <p:ph type="pic" sz="quarter" idx="15" hasCustomPrompt="1"/>
          </p:nvPr>
        </p:nvSpPr>
        <p:spPr>
          <a:xfrm>
            <a:off x="115867" y="0"/>
            <a:ext cx="3968496"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grpSp>
        <p:nvGrpSpPr>
          <p:cNvPr id="11" name="Group 10">
            <a:extLst>
              <a:ext uri="{FF2B5EF4-FFF2-40B4-BE49-F238E27FC236}">
                <a16:creationId xmlns:a16="http://schemas.microsoft.com/office/drawing/2014/main" id="{3F50B082-E806-677A-B150-164003C5BF2E}"/>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12" name="Rectangle 11">
              <a:extLst>
                <a:ext uri="{FF2B5EF4-FFF2-40B4-BE49-F238E27FC236}">
                  <a16:creationId xmlns:a16="http://schemas.microsoft.com/office/drawing/2014/main" id="{CEBF228F-ECC6-8326-8C59-4539BE646E4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29E235C-963A-D79C-5145-5233B1FD5A8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06516" y="1472183"/>
            <a:ext cx="6858000"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46FDC5C-46E3-4585-C089-E091BE6E5D36}"/>
              </a:ext>
            </a:extLst>
          </p:cNvPr>
          <p:cNvSpPr>
            <a:spLocks noGrp="1"/>
          </p:cNvSpPr>
          <p:nvPr>
            <p:ph type="ftr" sz="quarter" idx="17"/>
          </p:nvPr>
        </p:nvSpPr>
        <p:spPr>
          <a:xfrm>
            <a:off x="4706516" y="6318504"/>
            <a:ext cx="4096512" cy="365760"/>
          </a:xfrm>
        </p:spPr>
        <p:txBody>
          <a:bodyPr/>
          <a:lstStyle/>
          <a:p>
            <a:endParaRPr lang="en-US"/>
          </a:p>
        </p:txBody>
      </p:sp>
      <p:sp>
        <p:nvSpPr>
          <p:cNvPr id="3" name="Date Placeholder 2">
            <a:extLst>
              <a:ext uri="{FF2B5EF4-FFF2-40B4-BE49-F238E27FC236}">
                <a16:creationId xmlns:a16="http://schemas.microsoft.com/office/drawing/2014/main" id="{5721447D-8AA6-9863-0212-376200A916F4}"/>
              </a:ext>
            </a:extLst>
          </p:cNvPr>
          <p:cNvSpPr>
            <a:spLocks noGrp="1"/>
          </p:cNvSpPr>
          <p:nvPr>
            <p:ph type="dt" sz="half" idx="16"/>
          </p:nvPr>
        </p:nvSpPr>
        <p:spPr>
          <a:xfrm>
            <a:off x="8729070" y="6318504"/>
            <a:ext cx="2838090" cy="365760"/>
          </a:xfrm>
        </p:spPr>
        <p:txBody>
          <a:bodyPr/>
          <a:lstStyle/>
          <a:p>
            <a:fld id="{3AEEF7F6-ECFE-4473-B3E9-C91BE833927A}" type="datetimeFigureOut">
              <a:rPr lang="en-US" smtClean="0"/>
              <a:t>12/5/2025</a:t>
            </a:fld>
            <a:endParaRPr lang="en-US"/>
          </a:p>
        </p:txBody>
      </p:sp>
      <p:sp>
        <p:nvSpPr>
          <p:cNvPr id="9" name="Slide Number Placeholder 8">
            <a:extLst>
              <a:ext uri="{FF2B5EF4-FFF2-40B4-BE49-F238E27FC236}">
                <a16:creationId xmlns:a16="http://schemas.microsoft.com/office/drawing/2014/main" id="{86395A93-90A0-8500-32A5-2011DF9658FA}"/>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0842569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7AE7BB9-8F3B-888B-7C5F-C693E4B78B3D}"/>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7CA2AA3A-CAA5-475A-C3CD-9ABFCE2B0092}"/>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3ED07E-CBE3-22B8-BCE0-4F98BB64C4C6}"/>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573413" cy="84124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1472184"/>
            <a:ext cx="4573413"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42B6E2F6-1C60-7678-922C-01C4DB211D7A}"/>
              </a:ext>
            </a:extLst>
          </p:cNvPr>
          <p:cNvSpPr>
            <a:spLocks noGrp="1"/>
          </p:cNvSpPr>
          <p:nvPr>
            <p:ph type="ftr" sz="quarter" idx="17"/>
          </p:nvPr>
        </p:nvSpPr>
        <p:spPr>
          <a:xfrm>
            <a:off x="612648" y="6318504"/>
            <a:ext cx="2743200" cy="365760"/>
          </a:xfrm>
        </p:spPr>
        <p:txBody>
          <a:bodyPr/>
          <a:lstStyle/>
          <a:p>
            <a:endParaRPr lang="en-US"/>
          </a:p>
        </p:txBody>
      </p:sp>
      <p:sp>
        <p:nvSpPr>
          <p:cNvPr id="4" name="Date Placeholder 3">
            <a:extLst>
              <a:ext uri="{FF2B5EF4-FFF2-40B4-BE49-F238E27FC236}">
                <a16:creationId xmlns:a16="http://schemas.microsoft.com/office/drawing/2014/main" id="{0D5BA7FF-A77E-82D8-382F-C60F9EB7D403}"/>
              </a:ext>
            </a:extLst>
          </p:cNvPr>
          <p:cNvSpPr>
            <a:spLocks noGrp="1"/>
          </p:cNvSpPr>
          <p:nvPr>
            <p:ph type="dt" sz="half" idx="16"/>
          </p:nvPr>
        </p:nvSpPr>
        <p:spPr>
          <a:xfrm>
            <a:off x="3355847" y="6318504"/>
            <a:ext cx="1418733" cy="365760"/>
          </a:xfrm>
        </p:spPr>
        <p:txBody>
          <a:bodyPr/>
          <a:lstStyle/>
          <a:p>
            <a:fld id="{3AEEF7F6-ECFE-4473-B3E9-C91BE833927A}" type="datetimeFigureOut">
              <a:rPr lang="en-US" smtClean="0"/>
              <a:t>12/5/2025</a:t>
            </a:fld>
            <a:endParaRPr lang="en-US"/>
          </a:p>
        </p:txBody>
      </p:sp>
      <p:sp>
        <p:nvSpPr>
          <p:cNvPr id="13" name="Slide Number Placeholder 12">
            <a:extLst>
              <a:ext uri="{FF2B5EF4-FFF2-40B4-BE49-F238E27FC236}">
                <a16:creationId xmlns:a16="http://schemas.microsoft.com/office/drawing/2014/main" id="{277AED5A-2B3B-6F43-CA78-5BF85217FD6E}"/>
              </a:ext>
            </a:extLst>
          </p:cNvPr>
          <p:cNvSpPr>
            <a:spLocks noGrp="1"/>
          </p:cNvSpPr>
          <p:nvPr>
            <p:ph type="sldNum" sz="quarter" idx="18"/>
          </p:nvPr>
        </p:nvSpPr>
        <p:spPr>
          <a:xfrm>
            <a:off x="4692285" y="6318504"/>
            <a:ext cx="493776" cy="365760"/>
          </a:xfrm>
        </p:spPr>
        <p:txBody>
          <a:bodyPr/>
          <a:lstStyle/>
          <a:p>
            <a:fld id="{5DAD859A-2C66-45B9-9A71-3CF205EC2D4A}" type="slidenum">
              <a:rPr lang="en-US" smtClean="0"/>
              <a:t>‹#›</a:t>
            </a:fld>
            <a:endParaRPr lang="en-US"/>
          </a:p>
        </p:txBody>
      </p:sp>
      <p:sp>
        <p:nvSpPr>
          <p:cNvPr id="12" name="Picture Placeholder 11">
            <a:extLst>
              <a:ext uri="{FF2B5EF4-FFF2-40B4-BE49-F238E27FC236}">
                <a16:creationId xmlns:a16="http://schemas.microsoft.com/office/drawing/2014/main" id="{EC59C038-AFE7-F1BB-D482-33E170892572}"/>
              </a:ext>
            </a:extLst>
          </p:cNvPr>
          <p:cNvSpPr>
            <a:spLocks noGrp="1"/>
          </p:cNvSpPr>
          <p:nvPr>
            <p:ph type="pic" sz="quarter" idx="15" hasCustomPrompt="1"/>
          </p:nvPr>
        </p:nvSpPr>
        <p:spPr>
          <a:xfrm>
            <a:off x="5844556" y="0"/>
            <a:ext cx="6224082"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41625003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389120" cy="1444752"/>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084832"/>
            <a:ext cx="4389120" cy="41696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612648" y="6318504"/>
            <a:ext cx="2651760" cy="365760"/>
          </a:xfrm>
        </p:spPr>
        <p:txBody>
          <a:bodyPr/>
          <a:lstStyle/>
          <a:p>
            <a:endParaRPr lang="en-US"/>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264408" y="6318504"/>
            <a:ext cx="1325880" cy="365760"/>
          </a:xfrm>
        </p:spPr>
        <p:txBody>
          <a:bodyPr/>
          <a:lstStyle/>
          <a:p>
            <a:fld id="{3AEEF7F6-ECFE-4473-B3E9-C91BE833927A}" type="datetimeFigureOut">
              <a:rPr lang="en-US" smtClean="0"/>
              <a:t>12/5/2025</a:t>
            </a:fld>
            <a:endParaRPr lang="en-US"/>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4507992" y="6318504"/>
            <a:ext cx="493776" cy="365760"/>
          </a:xfrm>
        </p:spPr>
        <p:txBody>
          <a:bodyPr/>
          <a:lstStyle/>
          <a:p>
            <a:fld id="{5DAD859A-2C66-45B9-9A71-3CF205EC2D4A}" type="slidenum">
              <a:rPr lang="en-US" smtClean="0"/>
              <a:t>‹#›</a:t>
            </a:fld>
            <a:endParaRPr lang="en-US"/>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5660263" y="0"/>
            <a:ext cx="6408375"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grpSp>
        <p:nvGrpSpPr>
          <p:cNvPr id="11" name="Group 10">
            <a:extLst>
              <a:ext uri="{FF2B5EF4-FFF2-40B4-BE49-F238E27FC236}">
                <a16:creationId xmlns:a16="http://schemas.microsoft.com/office/drawing/2014/main" id="{5D76C82F-0CA8-713E-E19A-65D51910A5DC}"/>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C3A0EB22-0640-E9D6-5C90-504668EDC47C}"/>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995F219-6751-8C9C-0F4E-1048F537CB6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397802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C494689-2DF4-F719-B5A3-0E33B5AB963F}"/>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7" name="Rectangle 16">
              <a:extLst>
                <a:ext uri="{FF2B5EF4-FFF2-40B4-BE49-F238E27FC236}">
                  <a16:creationId xmlns:a16="http://schemas.microsoft.com/office/drawing/2014/main" id="{258C88C8-2ADC-03E1-DA79-C09C9FFCB40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EE9281E-3F01-B630-B5DF-17CEE295D67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22376"/>
            <a:ext cx="3017520" cy="3364992"/>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105656" y="722376"/>
            <a:ext cx="3417212" cy="5440680"/>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998356" y="722376"/>
            <a:ext cx="3566160" cy="5440680"/>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B46F9121-A740-6137-350B-F287FC3F65ED}"/>
              </a:ext>
            </a:extLst>
          </p:cNvPr>
          <p:cNvSpPr>
            <a:spLocks noGrp="1"/>
          </p:cNvSpPr>
          <p:nvPr>
            <p:ph type="ftr" sz="quarter" idx="17"/>
          </p:nvPr>
        </p:nvSpPr>
        <p:spPr/>
        <p:txBody>
          <a:bodyPr/>
          <a:lstStyle/>
          <a:p>
            <a:endParaRPr lang="en-US"/>
          </a:p>
        </p:txBody>
      </p:sp>
      <p:sp>
        <p:nvSpPr>
          <p:cNvPr id="9" name="Date Placeholder 8">
            <a:extLst>
              <a:ext uri="{FF2B5EF4-FFF2-40B4-BE49-F238E27FC236}">
                <a16:creationId xmlns:a16="http://schemas.microsoft.com/office/drawing/2014/main" id="{71DDF62D-265F-648C-DEAF-A6B63AFE9A88}"/>
              </a:ext>
            </a:extLst>
          </p:cNvPr>
          <p:cNvSpPr>
            <a:spLocks noGrp="1"/>
          </p:cNvSpPr>
          <p:nvPr>
            <p:ph type="dt" sz="half" idx="16"/>
          </p:nvPr>
        </p:nvSpPr>
        <p:spPr/>
        <p:txBody>
          <a:bodyPr/>
          <a:lstStyle/>
          <a:p>
            <a:fld id="{3AEEF7F6-ECFE-4473-B3E9-C91BE833927A}" type="datetimeFigureOut">
              <a:rPr lang="en-US" smtClean="0"/>
              <a:t>12/5/2025</a:t>
            </a:fld>
            <a:endParaRPr lang="en-US"/>
          </a:p>
        </p:txBody>
      </p:sp>
      <p:sp>
        <p:nvSpPr>
          <p:cNvPr id="15" name="Slide Number Placeholder 14">
            <a:extLst>
              <a:ext uri="{FF2B5EF4-FFF2-40B4-BE49-F238E27FC236}">
                <a16:creationId xmlns:a16="http://schemas.microsoft.com/office/drawing/2014/main" id="{4B1E5F69-8168-1838-71D3-E395524793E7}"/>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20890831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DB5D765-4DB1-83CD-C254-A90B6611CFB6}"/>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C69A84EF-6D24-A163-8B58-B5389FD4DDD7}"/>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E9A50A9-013C-611D-B106-1ED459519F5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502920"/>
            <a:ext cx="3401568" cy="1444752"/>
          </a:xfrm>
        </p:spPr>
        <p:txBody>
          <a:bodyPr anchor="b"/>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115866" y="-1"/>
            <a:ext cx="7397496" cy="6857999"/>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8165592" y="6318504"/>
            <a:ext cx="2333520" cy="365760"/>
          </a:xfrm>
        </p:spPr>
        <p:txBody>
          <a:bodyPr/>
          <a:lstStyle/>
          <a:p>
            <a:endParaRPr lang="en-US"/>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10504406" y="6318504"/>
            <a:ext cx="1062754" cy="365760"/>
          </a:xfrm>
        </p:spPr>
        <p:txBody>
          <a:bodyPr/>
          <a:lstStyle/>
          <a:p>
            <a:fld id="{3AEEF7F6-ECFE-4473-B3E9-C91BE833927A}" type="datetimeFigureOut">
              <a:rPr lang="en-US" smtClean="0"/>
              <a:t>12/5/2025</a:t>
            </a:fld>
            <a:endParaRPr lang="en-US"/>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3645795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401568" cy="1444752"/>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2648"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648" y="6318504"/>
            <a:ext cx="1975502" cy="365760"/>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588150" y="6318504"/>
            <a:ext cx="1014586" cy="365760"/>
          </a:xfrm>
        </p:spPr>
        <p:txBody>
          <a:bodyPr/>
          <a:lstStyle>
            <a:lvl1pPr>
              <a:defRPr>
                <a:solidFill>
                  <a:schemeClr val="tx1"/>
                </a:solidFill>
                <a:effectLst/>
              </a:defRPr>
            </a:lvl1pPr>
          </a:lstStyle>
          <a:p>
            <a:fld id="{3AEEF7F6-ECFE-4473-B3E9-C91BE833927A}" type="datetimeFigureOut">
              <a:rPr lang="en-US" smtClean="0"/>
              <a:t>12/5/2025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520440" y="6318504"/>
            <a:ext cx="493776" cy="365760"/>
          </a:xfrm>
        </p:spPr>
        <p:txBody>
          <a:bodyPr/>
          <a:lstStyle/>
          <a:p>
            <a:fld id="{5DAD859A-2C66-45B9-9A71-3CF205EC2D4A}" type="slidenum">
              <a:rPr lang="en-US" smtClean="0"/>
              <a:t>‹#›</a:t>
            </a:fld>
            <a:endParaRPr lang="en-US"/>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802819" y="0"/>
            <a:ext cx="7265819"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grpSp>
        <p:nvGrpSpPr>
          <p:cNvPr id="11" name="Group 10">
            <a:extLst>
              <a:ext uri="{FF2B5EF4-FFF2-40B4-BE49-F238E27FC236}">
                <a16:creationId xmlns:a16="http://schemas.microsoft.com/office/drawing/2014/main" id="{DCFD1FA7-C4E8-DE5C-3B9D-DCD115B6C327}"/>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4C133272-DC27-4D54-F532-D2039EAA5D9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9C8420D-B6AB-D6E7-38A4-FFF30B404590}"/>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927727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1008126"/>
            <a:ext cx="3401567" cy="1947672"/>
          </a:xfrm>
        </p:spPr>
        <p:txBody>
          <a:bodyPr anchor="b"/>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115866" y="0"/>
            <a:ext cx="7397496"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grpSp>
        <p:nvGrpSpPr>
          <p:cNvPr id="11" name="Group 10">
            <a:extLst>
              <a:ext uri="{FF2B5EF4-FFF2-40B4-BE49-F238E27FC236}">
                <a16:creationId xmlns:a16="http://schemas.microsoft.com/office/drawing/2014/main" id="{E02754B6-EAB4-945C-FC4E-F8F7D453BCCD}"/>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12" name="Rectangle 11">
              <a:extLst>
                <a:ext uri="{FF2B5EF4-FFF2-40B4-BE49-F238E27FC236}">
                  <a16:creationId xmlns:a16="http://schemas.microsoft.com/office/drawing/2014/main" id="{A699CF6F-40DA-4FCF-FBCF-9907CB96FB7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7C8A1CA-3094-3344-5C05-30F5E18CD02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3099816"/>
            <a:ext cx="3401567" cy="3054096"/>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8165592" y="6318504"/>
            <a:ext cx="2331720" cy="365760"/>
          </a:xfrm>
        </p:spPr>
        <p:txBody>
          <a:bodyPr/>
          <a:lstStyle/>
          <a:p>
            <a:endParaRPr lang="en-US"/>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10497312" y="6318504"/>
            <a:ext cx="1069847" cy="365760"/>
          </a:xfrm>
        </p:spPr>
        <p:txBody>
          <a:bodyPr/>
          <a:lstStyle/>
          <a:p>
            <a:fld id="{3AEEF7F6-ECFE-4473-B3E9-C91BE833927A}" type="datetimeFigureOut">
              <a:rPr lang="en-US" smtClean="0"/>
              <a:t>12/5/2025</a:t>
            </a:fld>
            <a:endParaRPr lang="en-US"/>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07390432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956312"/>
            <a:ext cx="3647839" cy="142023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1"/>
            <a:ext cx="12192000" cy="4591025"/>
          </a:xfrm>
          <a:blipFill dpi="0" rotWithShape="1">
            <a:blip r:embed="rId2">
              <a:alphaModFix amt="70000"/>
            </a:blip>
            <a:srcRect/>
            <a:stretch>
              <a:fillRect/>
            </a:stretch>
          </a:blipFill>
        </p:spPr>
        <p:txBody>
          <a:bodyPr/>
          <a:lstStyle>
            <a:lvl1pPr marL="0" indent="0">
              <a:buNone/>
              <a:defRPr/>
            </a:lvl1pPr>
          </a:lstStyle>
          <a:p>
            <a:r>
              <a:rPr lang="en-US" dirty="0"/>
              <a:t> </a:t>
            </a:r>
          </a:p>
        </p:txBody>
      </p:sp>
      <p:grpSp>
        <p:nvGrpSpPr>
          <p:cNvPr id="9" name="Group 8">
            <a:extLst>
              <a:ext uri="{FF2B5EF4-FFF2-40B4-BE49-F238E27FC236}">
                <a16:creationId xmlns:a16="http://schemas.microsoft.com/office/drawing/2014/main" id="{7A6CD91D-B3A8-3626-F189-B9F77A315DD9}"/>
              </a:ext>
              <a:ext uri="{C183D7F6-B498-43B3-948B-1728B52AA6E4}">
                <adec:decorative xmlns:adec="http://schemas.microsoft.com/office/drawing/2017/decorative" val="1"/>
              </a:ext>
            </a:extLst>
          </p:cNvPr>
          <p:cNvGrpSpPr/>
          <p:nvPr/>
        </p:nvGrpSpPr>
        <p:grpSpPr>
          <a:xfrm rot="10800000">
            <a:off x="0" y="4591027"/>
            <a:ext cx="12198096" cy="123363"/>
            <a:chOff x="-5025" y="6737718"/>
            <a:chExt cx="12207200" cy="123363"/>
          </a:xfrm>
        </p:grpSpPr>
        <p:sp>
          <p:nvSpPr>
            <p:cNvPr id="10" name="Rectangle 9">
              <a:extLst>
                <a:ext uri="{FF2B5EF4-FFF2-40B4-BE49-F238E27FC236}">
                  <a16:creationId xmlns:a16="http://schemas.microsoft.com/office/drawing/2014/main" id="{6869147E-E51A-3B94-6CD8-EE629F8797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DCD771F-7FFC-BCEC-B388-8883BD9CBC6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257800" y="4956312"/>
            <a:ext cx="6309360" cy="1420235"/>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AEEF7F6-ECFE-4473-B3E9-C91BE833927A}" type="datetimeFigureOut">
              <a:rPr lang="en-US" smtClean="0"/>
              <a:t>12/5/2025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5222791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093596"/>
            <a:ext cx="2953618" cy="200791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2" name="Picture Placeholder 11">
            <a:extLst>
              <a:ext uri="{FF2B5EF4-FFF2-40B4-BE49-F238E27FC236}">
                <a16:creationId xmlns:a16="http://schemas.microsoft.com/office/drawing/2014/main" id="{B8FB154D-4A60-735B-FA5C-F17F96D0F7DD}"/>
              </a:ext>
            </a:extLst>
          </p:cNvPr>
          <p:cNvSpPr>
            <a:spLocks noGrp="1"/>
          </p:cNvSpPr>
          <p:nvPr>
            <p:ph type="pic" sz="quarter" idx="15" hasCustomPrompt="1"/>
          </p:nvPr>
        </p:nvSpPr>
        <p:spPr>
          <a:xfrm>
            <a:off x="0" y="0"/>
            <a:ext cx="12192000" cy="3700807"/>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8555" y="4093596"/>
            <a:ext cx="7298605" cy="2289578"/>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p:txBody>
          <a:bodyPr/>
          <a:lstStyle/>
          <a:p>
            <a:endParaRPr lang="en-US"/>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p:txBody>
          <a:bodyPr/>
          <a:lstStyle/>
          <a:p>
            <a:fld id="{3AEEF7F6-ECFE-4473-B3E9-C91BE833927A}" type="datetimeFigureOut">
              <a:rPr lang="en-US" smtClean="0"/>
              <a:t>12/5/2025</a:t>
            </a:fld>
            <a:endParaRPr lang="en-US"/>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8324871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0333CDCF-1D03-5851-5ADE-6C229D9C93F1}"/>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436CADBC-4985-70E0-56BE-1C8385BBCBD0}"/>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1B3299-F1D4-88B7-5B22-7D623606691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7978"/>
            <a:ext cx="10954512" cy="969264"/>
          </a:xfrm>
        </p:spPr>
        <p:txBody>
          <a:bodyPr anchor="ct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5C3B04B-96C8-DA90-9593-3508CE34B4EE}"/>
              </a:ext>
            </a:extLst>
          </p:cNvPr>
          <p:cNvSpPr>
            <a:spLocks noGrp="1"/>
          </p:cNvSpPr>
          <p:nvPr>
            <p:ph type="pic" sz="quarter" idx="15" hasCustomPrompt="1"/>
          </p:nvPr>
        </p:nvSpPr>
        <p:spPr>
          <a:xfrm>
            <a:off x="612648" y="1801367"/>
            <a:ext cx="6550152" cy="4489704"/>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848600" y="1801367"/>
            <a:ext cx="3718561" cy="448970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2E02B3BF-7794-675C-7382-345519B43BE3}"/>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08303468-1991-7CCF-2C67-0B5A3850BAD1}"/>
              </a:ext>
            </a:extLst>
          </p:cNvPr>
          <p:cNvSpPr>
            <a:spLocks noGrp="1"/>
          </p:cNvSpPr>
          <p:nvPr>
            <p:ph type="dt" sz="half" idx="16"/>
          </p:nvPr>
        </p:nvSpPr>
        <p:spPr/>
        <p:txBody>
          <a:bodyPr/>
          <a:lstStyle/>
          <a:p>
            <a:fld id="{3AEEF7F6-ECFE-4473-B3E9-C91BE833927A}" type="datetimeFigureOut">
              <a:rPr lang="en-US" smtClean="0"/>
              <a:t>12/5/2025</a:t>
            </a:fld>
            <a:endParaRPr lang="en-US"/>
          </a:p>
        </p:txBody>
      </p:sp>
      <p:sp>
        <p:nvSpPr>
          <p:cNvPr id="10" name="Slide Number Placeholder 9">
            <a:extLst>
              <a:ext uri="{FF2B5EF4-FFF2-40B4-BE49-F238E27FC236}">
                <a16:creationId xmlns:a16="http://schemas.microsoft.com/office/drawing/2014/main" id="{5AF75D71-C32E-4EF6-2C8E-B5F29DBF4D14}"/>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466195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6287667-A4F8-6B7A-7C1E-415768F3B3AA}"/>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860F260A-40A1-ED4C-F5A8-F915D3BDB7F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79CD2C2-2541-1223-03B1-97955C134718}"/>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669536" cy="1453896"/>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612648" y="2293938"/>
            <a:ext cx="4669536" cy="4024566"/>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02919"/>
            <a:ext cx="5471160" cy="58155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F3134235-8D6E-735A-EBA0-BA533F60F020}"/>
              </a:ext>
            </a:extLst>
          </p:cNvPr>
          <p:cNvSpPr>
            <a:spLocks noGrp="1"/>
          </p:cNvSpPr>
          <p:nvPr>
            <p:ph type="ftr" sz="quarter" idx="17"/>
          </p:nvPr>
        </p:nvSpPr>
        <p:spPr/>
        <p:txBody>
          <a:bodyPr/>
          <a:lstStyle/>
          <a:p>
            <a:endParaRPr lang="en-US"/>
          </a:p>
        </p:txBody>
      </p:sp>
      <p:sp>
        <p:nvSpPr>
          <p:cNvPr id="10" name="Date Placeholder 9">
            <a:extLst>
              <a:ext uri="{FF2B5EF4-FFF2-40B4-BE49-F238E27FC236}">
                <a16:creationId xmlns:a16="http://schemas.microsoft.com/office/drawing/2014/main" id="{9D2F68ED-5552-E109-B7F4-671217CABF2D}"/>
              </a:ext>
            </a:extLst>
          </p:cNvPr>
          <p:cNvSpPr>
            <a:spLocks noGrp="1"/>
          </p:cNvSpPr>
          <p:nvPr>
            <p:ph type="dt" sz="half" idx="16"/>
          </p:nvPr>
        </p:nvSpPr>
        <p:spPr/>
        <p:txBody>
          <a:bodyPr/>
          <a:lstStyle/>
          <a:p>
            <a:fld id="{3AEEF7F6-ECFE-4473-B3E9-C91BE833927A}" type="datetimeFigureOut">
              <a:rPr lang="en-US" smtClean="0"/>
              <a:t>12/5/2025</a:t>
            </a:fld>
            <a:endParaRPr lang="en-US"/>
          </a:p>
        </p:txBody>
      </p:sp>
      <p:sp>
        <p:nvSpPr>
          <p:cNvPr id="12" name="Slide Number Placeholder 11">
            <a:extLst>
              <a:ext uri="{FF2B5EF4-FFF2-40B4-BE49-F238E27FC236}">
                <a16:creationId xmlns:a16="http://schemas.microsoft.com/office/drawing/2014/main" id="{573B9B49-4584-CFEF-738F-BE68D009CEA3}"/>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87139171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3C02DA-0C9D-12C9-42BB-CC4820B41CF2}"/>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0" name="Rectangle 9">
              <a:extLst>
                <a:ext uri="{FF2B5EF4-FFF2-40B4-BE49-F238E27FC236}">
                  <a16:creationId xmlns:a16="http://schemas.microsoft.com/office/drawing/2014/main" id="{43680A20-A590-D755-5AA0-BAF1B1402907}"/>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6CA06CF-7B14-32D2-2412-3434710512E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645980" cy="1453896"/>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612648" y="2293938"/>
            <a:ext cx="3645980" cy="4024565"/>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212227" y="502919"/>
            <a:ext cx="6354933" cy="58155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3AEEF7F6-ECFE-4473-B3E9-C91BE833927A}" type="datetimeFigureOut">
              <a:rPr lang="en-US" smtClean="0"/>
              <a:t>12/5/2025</a:t>
            </a:fld>
            <a:endParaRPr lang="en-US"/>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73026837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B93BC13-F3D8-0BDA-D1BF-7B8E455AC066}"/>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7362B5B-CACD-7203-74DE-7B0BBF7D69CE}"/>
              </a:ext>
            </a:extLst>
          </p:cNvPr>
          <p:cNvGrpSpPr/>
          <p:nvPr/>
        </p:nvGrpSpPr>
        <p:grpSpPr>
          <a:xfrm>
            <a:off x="-22276" y="-6922"/>
            <a:ext cx="12214276" cy="6869101"/>
            <a:chOff x="-22276" y="-6922"/>
            <a:chExt cx="12214276" cy="6869101"/>
          </a:xfrm>
        </p:grpSpPr>
        <p:sp>
          <p:nvSpPr>
            <p:cNvPr id="9" name="Rectangle 8">
              <a:extLst>
                <a:ext uri="{FF2B5EF4-FFF2-40B4-BE49-F238E27FC236}">
                  <a16:creationId xmlns:a16="http://schemas.microsoft.com/office/drawing/2014/main" id="{7D6A753B-AD01-7A7A-4F2D-C75592EC67B9}"/>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0" name="Rectangle 9">
              <a:extLst>
                <a:ext uri="{FF2B5EF4-FFF2-40B4-BE49-F238E27FC236}">
                  <a16:creationId xmlns:a16="http://schemas.microsoft.com/office/drawing/2014/main" id="{33E82525-BA9A-AA08-8DF0-B77178C6BC45}"/>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1" name="Rectangle 10">
              <a:extLst>
                <a:ext uri="{FF2B5EF4-FFF2-40B4-BE49-F238E27FC236}">
                  <a16:creationId xmlns:a16="http://schemas.microsoft.com/office/drawing/2014/main" id="{0A4B5202-8712-82B4-1B42-E7E4336E8698}"/>
                </a:ext>
              </a:extLst>
            </p:cNvPr>
            <p:cNvSpPr/>
            <p:nvPr/>
          </p:nvSpPr>
          <p:spPr>
            <a:xfrm flipH="1">
              <a:off x="-22276" y="-6922"/>
              <a:ext cx="3849318" cy="6864922"/>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2" name="Rectangle 11">
              <a:extLst>
                <a:ext uri="{FF2B5EF4-FFF2-40B4-BE49-F238E27FC236}">
                  <a16:creationId xmlns:a16="http://schemas.microsoft.com/office/drawing/2014/main" id="{D95172D8-9117-7FB7-2347-567B5663C510}"/>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1143000" y="4928616"/>
            <a:ext cx="9912096" cy="1545336"/>
          </a:xfrm>
        </p:spPr>
        <p:txBody>
          <a:bodyPr anchor="t">
            <a:normAutofit/>
          </a:bodyPr>
          <a:lstStyle>
            <a:lvl1pPr algn="ctr">
              <a:lnSpc>
                <a:spcPct val="120000"/>
              </a:lnSpc>
              <a:defRPr sz="280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530352" y="978408"/>
            <a:ext cx="11137392" cy="4114800"/>
          </a:xfrm>
        </p:spPr>
        <p:txBody>
          <a:bodyPr anchor="b">
            <a:normAutofit/>
          </a:bodyPr>
          <a:lstStyle>
            <a:lvl1pPr marL="0" indent="0" algn="ctr">
              <a:lnSpc>
                <a:spcPct val="90000"/>
              </a:lnSpc>
              <a:buNone/>
              <a:defRPr sz="27800" b="1">
                <a:solidFill>
                  <a:schemeClr val="tx1"/>
                </a:solidFill>
              </a:defRPr>
            </a:lvl1pPr>
          </a:lstStyle>
          <a:p>
            <a:pPr lvl="0"/>
            <a:r>
              <a:rPr lang="en-US" dirty="0"/>
              <a:t>##%</a:t>
            </a:r>
          </a:p>
        </p:txBody>
      </p:sp>
      <p:sp>
        <p:nvSpPr>
          <p:cNvPr id="3" name="Footer Placeholder 2">
            <a:extLst>
              <a:ext uri="{FF2B5EF4-FFF2-40B4-BE49-F238E27FC236}">
                <a16:creationId xmlns:a16="http://schemas.microsoft.com/office/drawing/2014/main" id="{31932224-E515-4E44-2832-0D5E94847CF7}"/>
              </a:ext>
            </a:extLst>
          </p:cNvPr>
          <p:cNvSpPr>
            <a:spLocks noGrp="1"/>
          </p:cNvSpPr>
          <p:nvPr>
            <p:ph type="ftr" sz="quarter" idx="10"/>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9E371D16-7052-CB51-10DB-659F8F77B25F}"/>
              </a:ext>
            </a:extLst>
          </p:cNvPr>
          <p:cNvSpPr>
            <a:spLocks noGrp="1"/>
          </p:cNvSpPr>
          <p:nvPr>
            <p:ph type="dt" sz="half" idx="11"/>
          </p:nvPr>
        </p:nvSpPr>
        <p:spPr/>
        <p:txBody>
          <a:bodyPr/>
          <a:lstStyle>
            <a:lvl1pPr>
              <a:defRPr>
                <a:solidFill>
                  <a:schemeClr val="tx1"/>
                </a:solidFill>
              </a:defRPr>
            </a:lvl1pPr>
          </a:lstStyle>
          <a:p>
            <a:fld id="{3AEEF7F6-ECFE-4473-B3E9-C91BE833927A}" type="datetimeFigureOut">
              <a:rPr lang="en-US" smtClean="0"/>
              <a:t>12/5/2025</a:t>
            </a:fld>
            <a:endParaRPr lang="en-US"/>
          </a:p>
        </p:txBody>
      </p:sp>
      <p:sp>
        <p:nvSpPr>
          <p:cNvPr id="5" name="Slide Number Placeholder 4">
            <a:extLst>
              <a:ext uri="{FF2B5EF4-FFF2-40B4-BE49-F238E27FC236}">
                <a16:creationId xmlns:a16="http://schemas.microsoft.com/office/drawing/2014/main" id="{85B132CC-C4B7-E2AF-5520-00C69FF37620}"/>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1598612087"/>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612648" y="4718304"/>
            <a:ext cx="6281928" cy="1353312"/>
          </a:xfrm>
        </p:spPr>
        <p:txBody>
          <a:bodyPr vert="horz" lIns="91440" tIns="45720" rIns="91440" bIns="45720" rtlCol="0" anchor="t">
            <a:normAutofit/>
          </a:bodyPr>
          <a:lstStyle>
            <a:lvl1pPr>
              <a:lnSpc>
                <a:spcPct val="120000"/>
              </a:lnSpc>
              <a:defRPr lang="en-US" sz="2800" dirty="0"/>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521208" y="786384"/>
            <a:ext cx="11155680" cy="4334256"/>
          </a:xfrm>
        </p:spPr>
        <p:txBody>
          <a:bodyPr vert="horz" lIns="91440" tIns="45720" rIns="91440" bIns="45720" rtlCol="0" anchor="b">
            <a:normAutofit/>
          </a:bodyPr>
          <a:lstStyle>
            <a:lvl1pPr marL="0" indent="0">
              <a:buNone/>
              <a:defRPr lang="en-US" sz="27800" b="1" dirty="0">
                <a:gradFill>
                  <a:gsLst>
                    <a:gs pos="0">
                      <a:schemeClr val="accent2"/>
                    </a:gs>
                    <a:gs pos="100000">
                      <a:schemeClr val="accent5"/>
                    </a:gs>
                  </a:gsLst>
                  <a:lin ang="4200000" scaled="0"/>
                </a:gradFill>
              </a:defRPr>
            </a:lvl1pPr>
          </a:lstStyle>
          <a:p>
            <a:pPr lvl="0"/>
            <a:r>
              <a:rPr lang="en-US" dirty="0"/>
              <a:t>##%</a:t>
            </a:r>
          </a:p>
        </p:txBody>
      </p:sp>
      <p:sp>
        <p:nvSpPr>
          <p:cNvPr id="14" name="Footer Placeholder 13">
            <a:extLst>
              <a:ext uri="{FF2B5EF4-FFF2-40B4-BE49-F238E27FC236}">
                <a16:creationId xmlns:a16="http://schemas.microsoft.com/office/drawing/2014/main" id="{06AFD340-D045-A82B-779A-CCE82B04A257}"/>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418D0173-56FC-C02C-32BA-73DB1BA380C4}"/>
              </a:ext>
            </a:extLst>
          </p:cNvPr>
          <p:cNvSpPr>
            <a:spLocks noGrp="1"/>
          </p:cNvSpPr>
          <p:nvPr>
            <p:ph type="dt" sz="half" idx="14"/>
          </p:nvPr>
        </p:nvSpPr>
        <p:spPr/>
        <p:txBody>
          <a:bodyPr/>
          <a:lstStyle/>
          <a:p>
            <a:fld id="{3AEEF7F6-ECFE-4473-B3E9-C91BE833927A}" type="datetimeFigureOut">
              <a:rPr lang="en-US" smtClean="0"/>
              <a:t>12/5/2025</a:t>
            </a:fld>
            <a:endParaRPr lang="en-US"/>
          </a:p>
        </p:txBody>
      </p:sp>
      <p:sp>
        <p:nvSpPr>
          <p:cNvPr id="15" name="Slide Number Placeholder 14">
            <a:extLst>
              <a:ext uri="{FF2B5EF4-FFF2-40B4-BE49-F238E27FC236}">
                <a16:creationId xmlns:a16="http://schemas.microsoft.com/office/drawing/2014/main" id="{1B246833-56EB-2252-BAD6-8D369F55483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43865769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612648" y="4983480"/>
            <a:ext cx="6281928" cy="1353312"/>
          </a:xfrm>
        </p:spPr>
        <p:txBody>
          <a:bodyPr vert="horz" lIns="91440" tIns="45720" rIns="91440" bIns="45720" rtlCol="0" anchor="b">
            <a:normAutofit/>
          </a:bodyPr>
          <a:lstStyle>
            <a:lvl1pPr>
              <a:lnSpc>
                <a:spcPct val="120000"/>
              </a:lnSpc>
              <a:defRPr lang="en-US" sz="2800" dirty="0"/>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457200" y="182880"/>
            <a:ext cx="11247120" cy="4974336"/>
          </a:xfrm>
        </p:spPr>
        <p:txBody>
          <a:bodyPr vert="horz" lIns="91440" tIns="45720" rIns="91440" bIns="45720" rtlCol="0">
            <a:normAutofit/>
          </a:bodyPr>
          <a:lstStyle>
            <a:lvl1pPr marL="0" indent="0">
              <a:lnSpc>
                <a:spcPct val="90000"/>
              </a:lnSpc>
              <a:buNone/>
              <a:defRPr lang="en-US" sz="32500" b="1" dirty="0">
                <a:gradFill>
                  <a:gsLst>
                    <a:gs pos="0">
                      <a:schemeClr val="accent2"/>
                    </a:gs>
                    <a:gs pos="100000">
                      <a:schemeClr val="accent5"/>
                    </a:gs>
                  </a:gsLst>
                  <a:lin ang="4200000" scaled="0"/>
                </a:gradFill>
              </a:defRPr>
            </a:lvl1pPr>
          </a:lstStyle>
          <a:p>
            <a:pPr lvl="0"/>
            <a:r>
              <a:rPr lang="en-US" dirty="0"/>
              <a:t>##%</a:t>
            </a:r>
          </a:p>
        </p:txBody>
      </p:sp>
      <p:sp>
        <p:nvSpPr>
          <p:cNvPr id="14" name="Footer Placeholder 13">
            <a:extLst>
              <a:ext uri="{FF2B5EF4-FFF2-40B4-BE49-F238E27FC236}">
                <a16:creationId xmlns:a16="http://schemas.microsoft.com/office/drawing/2014/main" id="{06AFD340-D045-A82B-779A-CCE82B04A257}"/>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418D0173-56FC-C02C-32BA-73DB1BA380C4}"/>
              </a:ext>
            </a:extLst>
          </p:cNvPr>
          <p:cNvSpPr>
            <a:spLocks noGrp="1"/>
          </p:cNvSpPr>
          <p:nvPr>
            <p:ph type="dt" sz="half" idx="14"/>
          </p:nvPr>
        </p:nvSpPr>
        <p:spPr/>
        <p:txBody>
          <a:bodyPr/>
          <a:lstStyle/>
          <a:p>
            <a:fld id="{3AEEF7F6-ECFE-4473-B3E9-C91BE833927A}" type="datetimeFigureOut">
              <a:rPr lang="en-US" smtClean="0"/>
              <a:t>12/5/2025</a:t>
            </a:fld>
            <a:endParaRPr lang="en-US"/>
          </a:p>
        </p:txBody>
      </p:sp>
      <p:sp>
        <p:nvSpPr>
          <p:cNvPr id="15" name="Slide Number Placeholder 14">
            <a:extLst>
              <a:ext uri="{FF2B5EF4-FFF2-40B4-BE49-F238E27FC236}">
                <a16:creationId xmlns:a16="http://schemas.microsoft.com/office/drawing/2014/main" id="{1B246833-56EB-2252-BAD6-8D369F55483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623790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gradFill>
                  <a:gsLst>
                    <a:gs pos="0">
                      <a:schemeClr val="accent2"/>
                    </a:gs>
                    <a:gs pos="100000">
                      <a:schemeClr val="accent5"/>
                    </a:gs>
                  </a:gsLst>
                  <a:lin ang="0" scaled="0"/>
                </a:gradFill>
              </a:defRPr>
            </a:lvl1pPr>
            <a:lvl2pPr marL="228600" indent="0">
              <a:lnSpc>
                <a:spcPct val="100000"/>
              </a:lnSpc>
              <a:buNone/>
              <a:defRPr sz="4800" b="1">
                <a:gradFill>
                  <a:gsLst>
                    <a:gs pos="0">
                      <a:schemeClr val="accent2"/>
                    </a:gs>
                    <a:gs pos="100000">
                      <a:schemeClr val="accent5"/>
                    </a:gs>
                  </a:gsLst>
                  <a:lin ang="0" scaled="0"/>
                </a:gradFill>
              </a:defRPr>
            </a:lvl2pPr>
            <a:lvl3pPr marL="457200" indent="0">
              <a:lnSpc>
                <a:spcPct val="100000"/>
              </a:lnSpc>
              <a:buNone/>
              <a:defRPr sz="4400" b="1">
                <a:gradFill>
                  <a:gsLst>
                    <a:gs pos="0">
                      <a:schemeClr val="accent2"/>
                    </a:gs>
                    <a:gs pos="100000">
                      <a:schemeClr val="accent5"/>
                    </a:gs>
                  </a:gsLst>
                  <a:lin ang="0" scaled="0"/>
                </a:gradFill>
              </a:defRPr>
            </a:lvl3pPr>
            <a:lvl4pPr marL="685800" indent="0">
              <a:lnSpc>
                <a:spcPct val="100000"/>
              </a:lnSpc>
              <a:buNone/>
              <a:defRPr sz="4000" b="1">
                <a:gradFill>
                  <a:gsLst>
                    <a:gs pos="0">
                      <a:schemeClr val="accent2"/>
                    </a:gs>
                    <a:gs pos="100000">
                      <a:schemeClr val="accent5"/>
                    </a:gs>
                  </a:gsLst>
                  <a:lin ang="0" scaled="0"/>
                </a:gradFill>
              </a:defRPr>
            </a:lvl4pPr>
            <a:lvl5pPr marL="914400" indent="0">
              <a:lnSpc>
                <a:spcPct val="100000"/>
              </a:lnSpc>
              <a:buNone/>
              <a:defRPr sz="3600" b="1">
                <a:gradFill>
                  <a:gsLst>
                    <a:gs pos="0">
                      <a:schemeClr val="accent2"/>
                    </a:gs>
                    <a:gs pos="100000">
                      <a:schemeClr val="accent5"/>
                    </a:gs>
                  </a:gsLst>
                  <a:lin ang="0" scaled="0"/>
                </a:gra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3AEEF7F6-ECFE-4473-B3E9-C91BE833927A}" type="datetimeFigureOut">
              <a:rPr lang="en-US" smtClean="0"/>
              <a:t>12/5/2025</a:t>
            </a:fld>
            <a:endParaRPr lang="en-US"/>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33290492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tatement 2">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91C0A04-3BC7-B88E-3974-2A73D0A107E7}"/>
              </a:ext>
            </a:extLst>
          </p:cNvPr>
          <p:cNvSpPr/>
          <p:nvPr/>
        </p:nvSpPr>
        <p:spPr>
          <a:xfrm>
            <a:off x="0" y="0"/>
            <a:ext cx="12188952"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B07991EE-474F-899B-8FEF-F82B3E5BDF10}"/>
              </a:ext>
            </a:extLst>
          </p:cNvPr>
          <p:cNvGrpSpPr/>
          <p:nvPr/>
        </p:nvGrpSpPr>
        <p:grpSpPr>
          <a:xfrm>
            <a:off x="-7285" y="-6922"/>
            <a:ext cx="12199285" cy="6869101"/>
            <a:chOff x="-22275" y="-6922"/>
            <a:chExt cx="12214275" cy="6869101"/>
          </a:xfrm>
        </p:grpSpPr>
        <p:sp>
          <p:nvSpPr>
            <p:cNvPr id="8" name="Rectangle 7">
              <a:extLst>
                <a:ext uri="{FF2B5EF4-FFF2-40B4-BE49-F238E27FC236}">
                  <a16:creationId xmlns:a16="http://schemas.microsoft.com/office/drawing/2014/main" id="{19D5B255-8277-F118-03CD-8BAE19E8D68B}"/>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9" name="Rectangle 8">
              <a:extLst>
                <a:ext uri="{FF2B5EF4-FFF2-40B4-BE49-F238E27FC236}">
                  <a16:creationId xmlns:a16="http://schemas.microsoft.com/office/drawing/2014/main" id="{2E8FF695-246F-077D-F2C8-36B38501750D}"/>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0" name="Rectangle 9">
              <a:extLst>
                <a:ext uri="{FF2B5EF4-FFF2-40B4-BE49-F238E27FC236}">
                  <a16:creationId xmlns:a16="http://schemas.microsoft.com/office/drawing/2014/main" id="{1DB72F2E-896E-2C27-7B7B-07C3BA02B78E}"/>
                </a:ext>
              </a:extLst>
            </p:cNvPr>
            <p:cNvSpPr/>
            <p:nvPr/>
          </p:nvSpPr>
          <p:spPr>
            <a:xfrm flipH="1">
              <a:off x="-14981" y="-6922"/>
              <a:ext cx="3836566" cy="685291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1" name="Rectangle 10">
              <a:extLst>
                <a:ext uri="{FF2B5EF4-FFF2-40B4-BE49-F238E27FC236}">
                  <a16:creationId xmlns:a16="http://schemas.microsoft.com/office/drawing/2014/main" id="{9522BC71-28C2-81D8-FB44-31BC493BBF50}"/>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grpSp>
        <p:nvGrpSpPr>
          <p:cNvPr id="16" name="Group 15">
            <a:extLst>
              <a:ext uri="{FF2B5EF4-FFF2-40B4-BE49-F238E27FC236}">
                <a16:creationId xmlns:a16="http://schemas.microsoft.com/office/drawing/2014/main" id="{83681088-8C72-D3AA-E951-F32AA4318F60}"/>
              </a:ext>
              <a:ext uri="{C183D7F6-B498-43B3-948B-1728B52AA6E4}">
                <adec:decorative xmlns:adec="http://schemas.microsoft.com/office/drawing/2017/decorative" val="1"/>
              </a:ext>
            </a:extLst>
          </p:cNvPr>
          <p:cNvGrpSpPr/>
          <p:nvPr/>
        </p:nvGrpSpPr>
        <p:grpSpPr>
          <a:xfrm rot="10800000">
            <a:off x="-8784" y="6739061"/>
            <a:ext cx="12207240" cy="137160"/>
            <a:chOff x="-5025" y="6737718"/>
            <a:chExt cx="12207200" cy="123363"/>
          </a:xfrm>
          <a:solidFill>
            <a:schemeClr val="tx1"/>
          </a:solidFill>
        </p:grpSpPr>
        <p:sp>
          <p:nvSpPr>
            <p:cNvPr id="17" name="Rectangle 16">
              <a:extLst>
                <a:ext uri="{FF2B5EF4-FFF2-40B4-BE49-F238E27FC236}">
                  <a16:creationId xmlns:a16="http://schemas.microsoft.com/office/drawing/2014/main" id="{923FCCF6-A9CE-8C06-A018-3526E4B210A6}"/>
                </a:ext>
              </a:extLst>
            </p:cNvPr>
            <p:cNvSpPr/>
            <p:nvPr/>
          </p:nvSpPr>
          <p:spPr>
            <a:xfrm rot="5400000" flipH="1">
              <a:off x="6036894" y="695800"/>
              <a:ext cx="123362" cy="122071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641A033-DCF1-2B2E-7479-E074B140FA8C}"/>
                </a:ext>
              </a:extLst>
            </p:cNvPr>
            <p:cNvSpPr/>
            <p:nvPr/>
          </p:nvSpPr>
          <p:spPr>
            <a:xfrm rot="16200000">
              <a:off x="9176406" y="3835311"/>
              <a:ext cx="123362" cy="592817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83F83B6E-95ED-1D70-2F6E-8299525C04B0}"/>
              </a:ext>
              <a:ext uri="{C183D7F6-B498-43B3-948B-1728B52AA6E4}">
                <adec:decorative xmlns:adec="http://schemas.microsoft.com/office/drawing/2017/decorative" val="1"/>
              </a:ext>
            </a:extLst>
          </p:cNvPr>
          <p:cNvGrpSpPr/>
          <p:nvPr/>
        </p:nvGrpSpPr>
        <p:grpSpPr>
          <a:xfrm>
            <a:off x="12068636" y="0"/>
            <a:ext cx="137160" cy="6858000"/>
            <a:chOff x="12068638" y="0"/>
            <a:chExt cx="123362" cy="6858000"/>
          </a:xfrm>
          <a:solidFill>
            <a:schemeClr val="tx1"/>
          </a:solidFill>
        </p:grpSpPr>
        <p:sp>
          <p:nvSpPr>
            <p:cNvPr id="20" name="Rectangle 19">
              <a:extLst>
                <a:ext uri="{FF2B5EF4-FFF2-40B4-BE49-F238E27FC236}">
                  <a16:creationId xmlns:a16="http://schemas.microsoft.com/office/drawing/2014/main" id="{A1F59BE4-AC2E-2AB9-FE80-40CAF77CA798}"/>
                </a:ext>
              </a:extLst>
            </p:cNvPr>
            <p:cNvSpPr/>
            <p:nvPr/>
          </p:nvSpPr>
          <p:spPr>
            <a:xfrm>
              <a:off x="12068638" y="0"/>
              <a:ext cx="12336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01C2DAC-E593-02EE-C7E4-01B9BAA443C6}"/>
                </a:ext>
              </a:extLst>
            </p:cNvPr>
            <p:cNvSpPr/>
            <p:nvPr/>
          </p:nvSpPr>
          <p:spPr>
            <a:xfrm>
              <a:off x="12068638" y="3527553"/>
              <a:ext cx="123362" cy="333044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7680960" cy="5605272"/>
          </a:xfrm>
        </p:spPr>
        <p:txBody>
          <a:bodyPr anchor="t">
            <a:normAutofit/>
          </a:bodyPr>
          <a:lstStyle>
            <a:lvl1pPr marL="0" indent="0">
              <a:lnSpc>
                <a:spcPct val="100000"/>
              </a:lnSpc>
              <a:buNone/>
              <a:defRPr sz="5600" b="1">
                <a:solidFill>
                  <a:schemeClr val="tx1"/>
                </a:solidFill>
              </a:defRPr>
            </a:lvl1pPr>
            <a:lvl2pPr marL="228600" indent="0">
              <a:lnSpc>
                <a:spcPct val="100000"/>
              </a:lnSpc>
              <a:buNone/>
              <a:defRPr sz="5600" b="1">
                <a:solidFill>
                  <a:schemeClr val="tx1"/>
                </a:solidFill>
              </a:defRPr>
            </a:lvl2pPr>
            <a:lvl3pPr marL="457200" indent="0">
              <a:lnSpc>
                <a:spcPct val="100000"/>
              </a:lnSpc>
              <a:buNone/>
              <a:defRPr sz="5600" b="1">
                <a:solidFill>
                  <a:schemeClr val="tx1"/>
                </a:solidFill>
              </a:defRPr>
            </a:lvl3pPr>
            <a:lvl4pPr marL="685800" indent="0">
              <a:lnSpc>
                <a:spcPct val="100000"/>
              </a:lnSpc>
              <a:buNone/>
              <a:defRPr sz="5600" b="1">
                <a:solidFill>
                  <a:schemeClr val="tx1"/>
                </a:solidFill>
              </a:defRPr>
            </a:lvl4pPr>
            <a:lvl5pPr marL="914400" indent="0">
              <a:lnSpc>
                <a:spcPct val="100000"/>
              </a:lnSpc>
              <a:buNone/>
              <a:defRPr sz="5600" b="1">
                <a:solidFill>
                  <a:schemeClr val="tx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132871A2-A450-61EB-7368-98B251F15495}"/>
              </a:ext>
            </a:extLst>
          </p:cNvPr>
          <p:cNvSpPr>
            <a:spLocks noGrp="1"/>
          </p:cNvSpPr>
          <p:nvPr>
            <p:ph type="ftr" sz="quarter" idx="15"/>
          </p:nvPr>
        </p:nvSpPr>
        <p:spPr/>
        <p:txBody>
          <a:bodyPr/>
          <a:lstStyle>
            <a:lvl1pPr>
              <a:defRPr>
                <a:solidFill>
                  <a:schemeClr val="tx1"/>
                </a:solidFill>
              </a:defRPr>
            </a:lvl1pPr>
          </a:lstStyle>
          <a:p>
            <a:endParaRPr lang="en-US"/>
          </a:p>
        </p:txBody>
      </p:sp>
      <p:sp>
        <p:nvSpPr>
          <p:cNvPr id="13" name="Date Placeholder 12">
            <a:extLst>
              <a:ext uri="{FF2B5EF4-FFF2-40B4-BE49-F238E27FC236}">
                <a16:creationId xmlns:a16="http://schemas.microsoft.com/office/drawing/2014/main" id="{7CA33720-A04E-18B6-251B-16C80085F295}"/>
              </a:ext>
            </a:extLst>
          </p:cNvPr>
          <p:cNvSpPr>
            <a:spLocks noGrp="1"/>
          </p:cNvSpPr>
          <p:nvPr>
            <p:ph type="dt" sz="half" idx="14"/>
          </p:nvPr>
        </p:nvSpPr>
        <p:spPr/>
        <p:txBody>
          <a:bodyPr/>
          <a:lstStyle>
            <a:lvl1pPr>
              <a:defRPr>
                <a:solidFill>
                  <a:schemeClr val="tx1"/>
                </a:solidFill>
              </a:defRPr>
            </a:lvl1pPr>
          </a:lstStyle>
          <a:p>
            <a:fld id="{3AEEF7F6-ECFE-4473-B3E9-C91BE833927A}" type="datetimeFigureOut">
              <a:rPr lang="en-US" smtClean="0"/>
              <a:t>12/5/2025</a:t>
            </a:fld>
            <a:endParaRPr lang="en-US"/>
          </a:p>
        </p:txBody>
      </p:sp>
      <p:sp>
        <p:nvSpPr>
          <p:cNvPr id="15" name="Slide Number Placeholder 14">
            <a:extLst>
              <a:ext uri="{FF2B5EF4-FFF2-40B4-BE49-F238E27FC236}">
                <a16:creationId xmlns:a16="http://schemas.microsoft.com/office/drawing/2014/main" id="{AC245A2E-4B49-CED7-ADDF-6624BCC88DDE}"/>
              </a:ext>
            </a:extLst>
          </p:cNvPr>
          <p:cNvSpPr>
            <a:spLocks noGrp="1"/>
          </p:cNvSpPr>
          <p:nvPr>
            <p:ph type="sldNum" sz="quarter" idx="16"/>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704177406"/>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323AF82-B640-17D0-AC4B-55F4EDF5C4D1}"/>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4" name="Rectangle 3">
              <a:extLst>
                <a:ext uri="{FF2B5EF4-FFF2-40B4-BE49-F238E27FC236}">
                  <a16:creationId xmlns:a16="http://schemas.microsoft.com/office/drawing/2014/main" id="{2DA5C8EA-7A6C-8AC0-78D1-F538329B41B8}"/>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F2FAD3C-DB75-D855-489D-B09F992EA0E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FB287CE5-00A5-FA1D-EB2D-E5CFD27420D3}"/>
              </a:ext>
              <a:ext uri="{C183D7F6-B498-43B3-948B-1728B52AA6E4}">
                <adec:decorative xmlns:adec="http://schemas.microsoft.com/office/drawing/2017/decorative" val="1"/>
              </a:ext>
            </a:extLst>
          </p:cNvPr>
          <p:cNvGrpSpPr/>
          <p:nvPr/>
        </p:nvGrpSpPr>
        <p:grpSpPr>
          <a:xfrm rot="10800000">
            <a:off x="12357" y="6746828"/>
            <a:ext cx="12188952" cy="123363"/>
            <a:chOff x="-5025" y="6737718"/>
            <a:chExt cx="12207200" cy="123363"/>
          </a:xfrm>
        </p:grpSpPr>
        <p:sp>
          <p:nvSpPr>
            <p:cNvPr id="23" name="Rectangle 22">
              <a:extLst>
                <a:ext uri="{FF2B5EF4-FFF2-40B4-BE49-F238E27FC236}">
                  <a16:creationId xmlns:a16="http://schemas.microsoft.com/office/drawing/2014/main" id="{12C43EBD-E088-A3CD-FCDE-E6ED8F87D148}"/>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D88F00F-9D01-378E-377E-26B543D2FA77}"/>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82175" y="751366"/>
            <a:ext cx="8353433" cy="5402545"/>
          </a:xfrm>
        </p:spPr>
        <p:txBody>
          <a:bodyPr anchor="ctr">
            <a:normAutofit/>
          </a:bodyPr>
          <a:lstStyle>
            <a:lvl1pPr marL="0" indent="0">
              <a:lnSpc>
                <a:spcPct val="100000"/>
              </a:lnSpc>
              <a:buNone/>
              <a:defRPr sz="4800" b="1">
                <a:gradFill>
                  <a:gsLst>
                    <a:gs pos="0">
                      <a:schemeClr val="accent5"/>
                    </a:gs>
                    <a:gs pos="90000">
                      <a:schemeClr val="accent2"/>
                    </a:gs>
                  </a:gsLst>
                  <a:lin ang="9600000" scaled="0"/>
                </a:gradFill>
              </a:defRPr>
            </a:lvl1pPr>
            <a:lvl2pPr marL="228600" indent="0">
              <a:lnSpc>
                <a:spcPct val="100000"/>
              </a:lnSpc>
              <a:buNone/>
              <a:defRPr sz="4800" b="1">
                <a:gradFill>
                  <a:gsLst>
                    <a:gs pos="0">
                      <a:schemeClr val="accent5"/>
                    </a:gs>
                    <a:gs pos="90000">
                      <a:schemeClr val="accent2"/>
                    </a:gs>
                  </a:gsLst>
                  <a:lin ang="9600000" scaled="0"/>
                </a:gradFill>
              </a:defRPr>
            </a:lvl2pPr>
            <a:lvl3pPr marL="457200" indent="0">
              <a:lnSpc>
                <a:spcPct val="100000"/>
              </a:lnSpc>
              <a:buNone/>
              <a:defRPr sz="4800" b="1">
                <a:gradFill>
                  <a:gsLst>
                    <a:gs pos="0">
                      <a:schemeClr val="accent5"/>
                    </a:gs>
                    <a:gs pos="90000">
                      <a:schemeClr val="accent2"/>
                    </a:gs>
                  </a:gsLst>
                  <a:lin ang="9600000" scaled="0"/>
                </a:gradFill>
              </a:defRPr>
            </a:lvl3pPr>
            <a:lvl4pPr marL="685800" indent="0">
              <a:lnSpc>
                <a:spcPct val="100000"/>
              </a:lnSpc>
              <a:buNone/>
              <a:defRPr sz="4800" b="1">
                <a:gradFill>
                  <a:gsLst>
                    <a:gs pos="0">
                      <a:schemeClr val="accent5"/>
                    </a:gs>
                    <a:gs pos="90000">
                      <a:schemeClr val="accent2"/>
                    </a:gs>
                  </a:gsLst>
                  <a:lin ang="9600000" scaled="0"/>
                </a:gradFill>
              </a:defRPr>
            </a:lvl4pPr>
            <a:lvl5pPr marL="914400" indent="0">
              <a:lnSpc>
                <a:spcPct val="100000"/>
              </a:lnSpc>
              <a:buNone/>
              <a:defRPr sz="4800" b="1">
                <a:gradFill>
                  <a:gsLst>
                    <a:gs pos="0">
                      <a:schemeClr val="accent5"/>
                    </a:gs>
                    <a:gs pos="90000">
                      <a:schemeClr val="accent2"/>
                    </a:gs>
                  </a:gsLst>
                  <a:lin ang="9600000" scaled="0"/>
                </a:gra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132871A2-A450-61EB-7368-98B251F15495}"/>
              </a:ext>
            </a:extLst>
          </p:cNvPr>
          <p:cNvSpPr>
            <a:spLocks noGrp="1"/>
          </p:cNvSpPr>
          <p:nvPr>
            <p:ph type="ftr" sz="quarter" idx="15"/>
          </p:nvPr>
        </p:nvSpPr>
        <p:spPr/>
        <p:txBody>
          <a:bodyPr/>
          <a:lstStyle/>
          <a:p>
            <a:endParaRPr lang="en-US"/>
          </a:p>
        </p:txBody>
      </p:sp>
      <p:sp>
        <p:nvSpPr>
          <p:cNvPr id="13" name="Date Placeholder 12">
            <a:extLst>
              <a:ext uri="{FF2B5EF4-FFF2-40B4-BE49-F238E27FC236}">
                <a16:creationId xmlns:a16="http://schemas.microsoft.com/office/drawing/2014/main" id="{7CA33720-A04E-18B6-251B-16C80085F295}"/>
              </a:ext>
            </a:extLst>
          </p:cNvPr>
          <p:cNvSpPr>
            <a:spLocks noGrp="1"/>
          </p:cNvSpPr>
          <p:nvPr>
            <p:ph type="dt" sz="half" idx="14"/>
          </p:nvPr>
        </p:nvSpPr>
        <p:spPr/>
        <p:txBody>
          <a:bodyPr/>
          <a:lstStyle/>
          <a:p>
            <a:fld id="{3AEEF7F6-ECFE-4473-B3E9-C91BE833927A}" type="datetimeFigureOut">
              <a:rPr lang="en-US" smtClean="0"/>
              <a:t>12/5/2025</a:t>
            </a:fld>
            <a:endParaRPr lang="en-US"/>
          </a:p>
        </p:txBody>
      </p:sp>
      <p:sp>
        <p:nvSpPr>
          <p:cNvPr id="15" name="Slide Number Placeholder 14">
            <a:extLst>
              <a:ext uri="{FF2B5EF4-FFF2-40B4-BE49-F238E27FC236}">
                <a16:creationId xmlns:a16="http://schemas.microsoft.com/office/drawing/2014/main" id="{AC245A2E-4B49-CED7-ADDF-6624BCC88DDE}"/>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232066482"/>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645920" y="5203004"/>
            <a:ext cx="9052560" cy="557784"/>
          </a:xfrm>
        </p:spPr>
        <p:txBody>
          <a:bodyPr anchor="ctr">
            <a:normAutofit/>
          </a:bodyPr>
          <a:lstStyle>
            <a:lvl1pPr>
              <a:lnSpc>
                <a:spcPct val="120000"/>
              </a:lnSpc>
              <a:defRPr sz="2400" b="1">
                <a:gradFill>
                  <a:gsLst>
                    <a:gs pos="0">
                      <a:schemeClr val="accent5"/>
                    </a:gs>
                    <a:gs pos="90000">
                      <a:schemeClr val="accent2"/>
                    </a:gs>
                  </a:gsLst>
                  <a:lin ang="9600000" scaled="0"/>
                </a:gradFill>
              </a:defRPr>
            </a:lvl1pPr>
          </a:lstStyle>
          <a:p>
            <a:r>
              <a:rPr lang="en-US" dirty="0"/>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499616" y="1795462"/>
            <a:ext cx="9198864" cy="2871216"/>
          </a:xfrm>
        </p:spPr>
        <p:txBody>
          <a:bodyPr anchor="ctr">
            <a:normAutofit/>
          </a:bodyPr>
          <a:lstStyle>
            <a:lvl1pPr marL="137160" indent="-137160">
              <a:lnSpc>
                <a:spcPct val="100000"/>
              </a:lnSpc>
              <a:buNone/>
              <a:defRPr sz="4400"/>
            </a:lvl1pPr>
          </a:lstStyle>
          <a:p>
            <a:pPr lvl="0"/>
            <a:r>
              <a:rPr lang="en-US" dirty="0"/>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3AEEF7F6-ECFE-4473-B3E9-C91BE833927A}" type="datetimeFigureOut">
              <a:rPr lang="en-US" smtClean="0"/>
              <a:t>12/5/2025</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4942370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2">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D93FB6C-5982-EAFA-94FA-F06EABA0EC3A}"/>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48F732B-25DE-1819-DB0A-266B26703011}"/>
              </a:ext>
            </a:extLst>
          </p:cNvPr>
          <p:cNvGrpSpPr/>
          <p:nvPr/>
        </p:nvGrpSpPr>
        <p:grpSpPr>
          <a:xfrm>
            <a:off x="807326" y="778051"/>
            <a:ext cx="10577346" cy="5314435"/>
            <a:chOff x="807326" y="778051"/>
            <a:chExt cx="10577346" cy="5314435"/>
          </a:xfrm>
        </p:grpSpPr>
        <p:sp>
          <p:nvSpPr>
            <p:cNvPr id="9" name="Rectangle 8">
              <a:extLst>
                <a:ext uri="{FF2B5EF4-FFF2-40B4-BE49-F238E27FC236}">
                  <a16:creationId xmlns:a16="http://schemas.microsoft.com/office/drawing/2014/main" id="{70BBD41E-DAB9-A564-3A2B-295B7AE87C42}"/>
                </a:ext>
              </a:extLst>
            </p:cNvPr>
            <p:cNvSpPr/>
            <p:nvPr/>
          </p:nvSpPr>
          <p:spPr>
            <a:xfrm rot="5400000" flipH="1">
              <a:off x="3438786" y="-1853401"/>
              <a:ext cx="5314432" cy="10577340"/>
            </a:xfrm>
            <a:prstGeom prst="rect">
              <a:avLst/>
            </a:prstGeom>
            <a:gradFill>
              <a:gsLst>
                <a:gs pos="0">
                  <a:schemeClr val="accent2">
                    <a:alpha val="78000"/>
                  </a:schemeClr>
                </a:gs>
                <a:gs pos="93000">
                  <a:schemeClr val="accent5">
                    <a:alpha val="8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54A4391-9FDD-C033-0A4D-647A73420405}"/>
                </a:ext>
              </a:extLst>
            </p:cNvPr>
            <p:cNvSpPr/>
            <p:nvPr/>
          </p:nvSpPr>
          <p:spPr>
            <a:xfrm rot="16200000" flipH="1">
              <a:off x="3445177" y="-1846407"/>
              <a:ext cx="5314435" cy="10563352"/>
            </a:xfrm>
            <a:prstGeom prst="rect">
              <a:avLst/>
            </a:prstGeom>
            <a:gradFill flip="none" rotWithShape="1">
              <a:gsLst>
                <a:gs pos="0">
                  <a:schemeClr val="accent5">
                    <a:alpha val="79000"/>
                  </a:schemeClr>
                </a:gs>
                <a:gs pos="32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0290101F-E74A-5C0F-8CC5-E0B5E3DC0E24}"/>
                </a:ext>
              </a:extLst>
            </p:cNvPr>
            <p:cNvSpPr/>
            <p:nvPr/>
          </p:nvSpPr>
          <p:spPr>
            <a:xfrm rot="10800000">
              <a:off x="807326" y="778051"/>
              <a:ext cx="3333441" cy="530836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338E2756-2591-1046-1B67-C9DEEDDCB82E}"/>
                </a:ext>
                <a:ext uri="{C183D7F6-B498-43B3-948B-1728B52AA6E4}">
                  <adec:decorative xmlns:adec="http://schemas.microsoft.com/office/drawing/2017/decorative" val="1"/>
                </a:ext>
              </a:extLst>
            </p:cNvPr>
            <p:cNvSpPr/>
            <p:nvPr/>
          </p:nvSpPr>
          <p:spPr>
            <a:xfrm rot="5400000" flipH="1">
              <a:off x="4205050" y="-1083744"/>
              <a:ext cx="4078718" cy="10273742"/>
            </a:xfrm>
            <a:prstGeom prst="rect">
              <a:avLst/>
            </a:prstGeom>
            <a:gradFill flip="none" rotWithShape="1">
              <a:gsLst>
                <a:gs pos="2000">
                  <a:schemeClr val="accent5">
                    <a:lumMod val="60000"/>
                    <a:lumOff val="40000"/>
                    <a:alpha val="68000"/>
                  </a:schemeClr>
                </a:gs>
                <a:gs pos="26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801368" y="5120640"/>
            <a:ext cx="8549640" cy="621792"/>
          </a:xfrm>
        </p:spPr>
        <p:txBody>
          <a:bodyPr anchor="ctr">
            <a:normAutofit/>
          </a:bodyPr>
          <a:lstStyle>
            <a:lvl1pPr>
              <a:lnSpc>
                <a:spcPct val="120000"/>
              </a:lnSpc>
              <a:defRPr sz="1800" b="1">
                <a:solidFill>
                  <a:schemeClr val="tx1"/>
                </a:solidFill>
              </a:defRPr>
            </a:lvl1pPr>
          </a:lstStyle>
          <a:p>
            <a:r>
              <a:rPr lang="en-US" dirty="0"/>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655064" y="1965960"/>
            <a:ext cx="8695944" cy="2331720"/>
          </a:xfrm>
        </p:spPr>
        <p:txBody>
          <a:bodyPr anchor="ctr">
            <a:normAutofit/>
          </a:bodyPr>
          <a:lstStyle>
            <a:lvl1pPr marL="137160" indent="-137160">
              <a:lnSpc>
                <a:spcPct val="100000"/>
              </a:lnSpc>
              <a:buNone/>
              <a:defRPr sz="3800">
                <a:solidFill>
                  <a:schemeClr val="tx1"/>
                </a:solidFill>
                <a:latin typeface="+mn-lt"/>
              </a:defRPr>
            </a:lvl1pPr>
          </a:lstStyle>
          <a:p>
            <a:pPr lvl="0"/>
            <a:r>
              <a:rPr lang="en-US" dirty="0"/>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lvl1pPr>
              <a:defRPr>
                <a:solidFill>
                  <a:schemeClr val="bg1"/>
                </a:solidFill>
              </a:defRPr>
            </a:lvl1pPr>
          </a:lstStyle>
          <a:p>
            <a:fld id="{3AEEF7F6-ECFE-4473-B3E9-C91BE833927A}" type="datetimeFigureOut">
              <a:rPr lang="en-US" smtClean="0"/>
              <a:t>12/5/2025</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lvl1pPr>
              <a:defRPr>
                <a:solidFill>
                  <a:schemeClr val="bg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2327390596"/>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93D49479-B594-DDBA-C16A-3A98635C8A4A}"/>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4" name="Rectangle 13">
              <a:extLst>
                <a:ext uri="{FF2B5EF4-FFF2-40B4-BE49-F238E27FC236}">
                  <a16:creationId xmlns:a16="http://schemas.microsoft.com/office/drawing/2014/main" id="{0E065CA7-C91C-8C4F-CD30-E6DB950A620B}"/>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DCDB482-1274-EA4E-11EA-FDB308F1540E}"/>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FAEF3D1-EB50-234E-F0C0-5C4E6FB69937}"/>
              </a:ext>
              <a:ext uri="{C183D7F6-B498-43B3-948B-1728B52AA6E4}">
                <adec:decorative xmlns:adec="http://schemas.microsoft.com/office/drawing/2017/decorative" val="1"/>
              </a:ext>
            </a:extLst>
          </p:cNvPr>
          <p:cNvGrpSpPr/>
          <p:nvPr/>
        </p:nvGrpSpPr>
        <p:grpSpPr>
          <a:xfrm rot="10800000">
            <a:off x="-1091" y="0"/>
            <a:ext cx="12188952" cy="123363"/>
            <a:chOff x="-5025" y="6737718"/>
            <a:chExt cx="12207200" cy="123363"/>
          </a:xfrm>
        </p:grpSpPr>
        <p:sp>
          <p:nvSpPr>
            <p:cNvPr id="17" name="Rectangle 16">
              <a:extLst>
                <a:ext uri="{FF2B5EF4-FFF2-40B4-BE49-F238E27FC236}">
                  <a16:creationId xmlns:a16="http://schemas.microsoft.com/office/drawing/2014/main" id="{5B35CE4F-16F9-575C-78CA-4F076F0C3D1F}"/>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D59711A-5559-82B6-B156-35D79618FF56}"/>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379836" y="5192776"/>
            <a:ext cx="8494776" cy="621792"/>
          </a:xfrm>
        </p:spPr>
        <p:txBody>
          <a:bodyPr anchor="ctr">
            <a:normAutofit/>
          </a:bodyPr>
          <a:lstStyle>
            <a:lvl1pPr>
              <a:lnSpc>
                <a:spcPct val="120000"/>
              </a:lnSpc>
              <a:defRPr sz="1800" b="1">
                <a:gradFill>
                  <a:gsLst>
                    <a:gs pos="0">
                      <a:schemeClr val="accent2"/>
                    </a:gs>
                    <a:gs pos="90000">
                      <a:schemeClr val="accent5"/>
                    </a:gs>
                  </a:gsLst>
                  <a:lin ang="9600000" scaled="0"/>
                </a:gradFill>
              </a:defRPr>
            </a:lvl1pPr>
          </a:lstStyle>
          <a:p>
            <a:r>
              <a:rPr lang="en-US" dirty="0"/>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233532" y="1792224"/>
            <a:ext cx="8641080" cy="2871216"/>
          </a:xfrm>
        </p:spPr>
        <p:txBody>
          <a:bodyPr anchor="ctr">
            <a:normAutofit/>
          </a:bodyPr>
          <a:lstStyle>
            <a:lvl1pPr marL="137160" indent="-137160">
              <a:lnSpc>
                <a:spcPct val="100000"/>
              </a:lnSpc>
              <a:buNone/>
              <a:defRPr sz="3600">
                <a:gradFill>
                  <a:gsLst>
                    <a:gs pos="0">
                      <a:schemeClr val="accent2"/>
                    </a:gs>
                    <a:gs pos="90000">
                      <a:schemeClr val="accent5"/>
                    </a:gs>
                  </a:gsLst>
                  <a:lin ang="9600000" scaled="0"/>
                </a:gradFill>
              </a:defRPr>
            </a:lvl1pPr>
          </a:lstStyle>
          <a:p>
            <a:pPr lvl="0"/>
            <a:r>
              <a:rPr lang="en-US" dirty="0"/>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3AEEF7F6-ECFE-4473-B3E9-C91BE833927A}" type="datetimeFigureOut">
              <a:rPr lang="en-US" smtClean="0"/>
              <a:t>12/5/2025</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72352139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0B646A9-91B4-D2CF-8B72-68E668219C00}"/>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10954512" cy="1197864"/>
          </a:xfrm>
        </p:spPr>
        <p:txBody>
          <a:bodyPr/>
          <a:lstStyle>
            <a:lvl1pPr>
              <a:defRPr>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D004E38F-46D8-838A-C636-0958E5B36CB4}"/>
              </a:ext>
            </a:extLst>
          </p:cNvPr>
          <p:cNvSpPr>
            <a:spLocks noGrp="1"/>
          </p:cNvSpPr>
          <p:nvPr>
            <p:ph sz="quarter" idx="18"/>
          </p:nvPr>
        </p:nvSpPr>
        <p:spPr>
          <a:xfrm>
            <a:off x="612775" y="2313433"/>
            <a:ext cx="5165725" cy="4000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1">
            <a:extLst>
              <a:ext uri="{FF2B5EF4-FFF2-40B4-BE49-F238E27FC236}">
                <a16:creationId xmlns:a16="http://schemas.microsoft.com/office/drawing/2014/main" id="{E8F84C8F-5A53-198D-2CB3-A78F006C4D20}"/>
              </a:ext>
            </a:extLst>
          </p:cNvPr>
          <p:cNvSpPr>
            <a:spLocks noGrp="1"/>
          </p:cNvSpPr>
          <p:nvPr>
            <p:ph sz="quarter" idx="19"/>
          </p:nvPr>
        </p:nvSpPr>
        <p:spPr>
          <a:xfrm>
            <a:off x="6400800" y="2313430"/>
            <a:ext cx="5165725" cy="40000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3AEEF7F6-ECFE-4473-B3E9-C91BE833927A}" type="datetimeFigureOut">
              <a:rPr lang="en-US" smtClean="0"/>
              <a:t>12/5/2025</a:t>
            </a:fld>
            <a:endParaRPr lang="en-US"/>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7523611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704A21-3725-4536-B210-EAED58DE1544}"/>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12648" y="502920"/>
            <a:ext cx="10953750" cy="1197864"/>
          </a:xfrm>
        </p:spPr>
        <p:txBody>
          <a:bodyPr/>
          <a:lstStyle>
            <a:lvl1pPr>
              <a:defRPr>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12648" y="2198999"/>
            <a:ext cx="5166360" cy="484632"/>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Content Placeholder 8">
            <a:extLst>
              <a:ext uri="{FF2B5EF4-FFF2-40B4-BE49-F238E27FC236}">
                <a16:creationId xmlns:a16="http://schemas.microsoft.com/office/drawing/2014/main" id="{1D708347-B003-2458-75EC-D8317FBF028C}"/>
              </a:ext>
            </a:extLst>
          </p:cNvPr>
          <p:cNvSpPr>
            <a:spLocks noGrp="1"/>
          </p:cNvSpPr>
          <p:nvPr>
            <p:ph sz="quarter" idx="18"/>
          </p:nvPr>
        </p:nvSpPr>
        <p:spPr>
          <a:xfrm>
            <a:off x="612775" y="2794000"/>
            <a:ext cx="5165725" cy="3524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00800" y="2198999"/>
            <a:ext cx="5166360" cy="484633"/>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6F3E993C-0A55-1F54-C280-76AF30E5377A}"/>
              </a:ext>
            </a:extLst>
          </p:cNvPr>
          <p:cNvSpPr>
            <a:spLocks noGrp="1"/>
          </p:cNvSpPr>
          <p:nvPr>
            <p:ph sz="quarter" idx="19"/>
          </p:nvPr>
        </p:nvSpPr>
        <p:spPr>
          <a:xfrm>
            <a:off x="6400800" y="2794000"/>
            <a:ext cx="5166360" cy="3524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80669AB3-1083-59C6-B9F8-A35C0D406617}"/>
              </a:ext>
            </a:extLst>
          </p:cNvPr>
          <p:cNvSpPr>
            <a:spLocks noGrp="1"/>
          </p:cNvSpPr>
          <p:nvPr>
            <p:ph type="ftr" sz="quarter" idx="16"/>
          </p:nvPr>
        </p:nvSpPr>
        <p:spPr/>
        <p:txBody>
          <a:bodyPr/>
          <a:lstStyle/>
          <a:p>
            <a:endParaRPr lang="en-US"/>
          </a:p>
        </p:txBody>
      </p:sp>
      <p:sp>
        <p:nvSpPr>
          <p:cNvPr id="4" name="Date Placeholder 3">
            <a:extLst>
              <a:ext uri="{FF2B5EF4-FFF2-40B4-BE49-F238E27FC236}">
                <a16:creationId xmlns:a16="http://schemas.microsoft.com/office/drawing/2014/main" id="{88D0645D-C128-9FF0-2E8B-D2E3E34687DA}"/>
              </a:ext>
            </a:extLst>
          </p:cNvPr>
          <p:cNvSpPr>
            <a:spLocks noGrp="1"/>
          </p:cNvSpPr>
          <p:nvPr>
            <p:ph type="dt" sz="half" idx="15"/>
          </p:nvPr>
        </p:nvSpPr>
        <p:spPr/>
        <p:txBody>
          <a:bodyPr/>
          <a:lstStyle/>
          <a:p>
            <a:fld id="{3AEEF7F6-ECFE-4473-B3E9-C91BE833927A}" type="datetimeFigureOut">
              <a:rPr lang="en-US" smtClean="0"/>
              <a:t>12/5/2025</a:t>
            </a:fld>
            <a:endParaRPr lang="en-US"/>
          </a:p>
        </p:txBody>
      </p:sp>
      <p:sp>
        <p:nvSpPr>
          <p:cNvPr id="10" name="Slide Number Placeholder 9">
            <a:extLst>
              <a:ext uri="{FF2B5EF4-FFF2-40B4-BE49-F238E27FC236}">
                <a16:creationId xmlns:a16="http://schemas.microsoft.com/office/drawing/2014/main" id="{CC6DDA88-C058-DDD5-F19B-8B5E7B86C681}"/>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64687622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nchor="t"/>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3AEEF7F6-ECFE-4473-B3E9-C91BE833927A}" type="datetimeFigureOut">
              <a:rPr lang="en-US" smtClean="0"/>
              <a:t>12/5/2025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44231775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3AEEF7F6-ECFE-4473-B3E9-C91BE833927A}" type="datetimeFigureOut">
              <a:rPr lang="en-US" smtClean="0"/>
              <a:t>12/5/2025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37842801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6BE0305-2234-39DE-EC35-B6881018EC31}"/>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2" name="Rectangle 11">
              <a:extLst>
                <a:ext uri="{FF2B5EF4-FFF2-40B4-BE49-F238E27FC236}">
                  <a16:creationId xmlns:a16="http://schemas.microsoft.com/office/drawing/2014/main" id="{BEBF17BE-BA15-771A-79F4-91B4C5C752F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79ADE0D-3A86-F364-6B2A-F373A75E29AE}"/>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02920"/>
            <a:ext cx="3595634" cy="1808201"/>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309608"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283299" y="502920"/>
            <a:ext cx="6283861" cy="580326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3AEEF7F6-ECFE-4473-B3E9-C91BE833927A}" type="datetimeFigureOut">
              <a:rPr lang="en-US" smtClean="0"/>
              <a:t>12/5/2025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08067826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D02923E9-478C-95DE-C678-A683A36F5388}"/>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21" name="Rectangle 20">
              <a:extLst>
                <a:ext uri="{FF2B5EF4-FFF2-40B4-BE49-F238E27FC236}">
                  <a16:creationId xmlns:a16="http://schemas.microsoft.com/office/drawing/2014/main" id="{43DD8A0F-EB40-1201-2A23-685958AC5DF6}"/>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B912E4F-3FBB-39E4-2EA2-BA0D8858A74D}"/>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02920"/>
            <a:ext cx="3713996" cy="224720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4" name="Footer Placeholder 23">
            <a:extLst>
              <a:ext uri="{FF2B5EF4-FFF2-40B4-BE49-F238E27FC236}">
                <a16:creationId xmlns:a16="http://schemas.microsoft.com/office/drawing/2014/main" id="{861F92C4-9651-789C-0B22-E6343EE25C7A}"/>
              </a:ext>
            </a:extLst>
          </p:cNvPr>
          <p:cNvSpPr>
            <a:spLocks noGrp="1"/>
          </p:cNvSpPr>
          <p:nvPr>
            <p:ph type="ftr" sz="quarter" idx="15"/>
          </p:nvPr>
        </p:nvSpPr>
        <p:spPr/>
        <p:txBody>
          <a:bodyPr/>
          <a:lstStyle/>
          <a:p>
            <a:endParaRPr lang="en-US"/>
          </a:p>
        </p:txBody>
      </p:sp>
      <p:sp>
        <p:nvSpPr>
          <p:cNvPr id="8" name="Picture Placeholder 7">
            <a:extLst>
              <a:ext uri="{FF2B5EF4-FFF2-40B4-BE49-F238E27FC236}">
                <a16:creationId xmlns:a16="http://schemas.microsoft.com/office/drawing/2014/main" id="{6CCD178F-4127-FE67-2F5D-0F1CE7884398}"/>
              </a:ext>
            </a:extLst>
          </p:cNvPr>
          <p:cNvSpPr>
            <a:spLocks noGrp="1"/>
          </p:cNvSpPr>
          <p:nvPr>
            <p:ph type="pic" sz="quarter" idx="13" hasCustomPrompt="1"/>
          </p:nvPr>
        </p:nvSpPr>
        <p:spPr>
          <a:xfrm>
            <a:off x="5153978" y="342016"/>
            <a:ext cx="6413182" cy="5976487"/>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23" name="Date Placeholder 22">
            <a:extLst>
              <a:ext uri="{FF2B5EF4-FFF2-40B4-BE49-F238E27FC236}">
                <a16:creationId xmlns:a16="http://schemas.microsoft.com/office/drawing/2014/main" id="{8ACB14E1-4D3B-B55C-4791-64F774AC361F}"/>
              </a:ext>
            </a:extLst>
          </p:cNvPr>
          <p:cNvSpPr>
            <a:spLocks noGrp="1"/>
          </p:cNvSpPr>
          <p:nvPr>
            <p:ph type="dt" sz="half" idx="14"/>
          </p:nvPr>
        </p:nvSpPr>
        <p:spPr/>
        <p:txBody>
          <a:bodyPr/>
          <a:lstStyle/>
          <a:p>
            <a:fld id="{3AEEF7F6-ECFE-4473-B3E9-C91BE833927A}" type="datetimeFigureOut">
              <a:rPr lang="en-US" smtClean="0"/>
              <a:t>12/5/2025</a:t>
            </a:fld>
            <a:endParaRPr lang="en-US"/>
          </a:p>
        </p:txBody>
      </p:sp>
      <p:sp>
        <p:nvSpPr>
          <p:cNvPr id="25" name="Slide Number Placeholder 24">
            <a:extLst>
              <a:ext uri="{FF2B5EF4-FFF2-40B4-BE49-F238E27FC236}">
                <a16:creationId xmlns:a16="http://schemas.microsoft.com/office/drawing/2014/main" id="{E55DAD34-8521-F119-F985-ABFBDD340032}"/>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77948165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0AE463B-60C7-F01E-97F6-1486FB41D222}"/>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7" name="Rectangle 6">
              <a:extLst>
                <a:ext uri="{FF2B5EF4-FFF2-40B4-BE49-F238E27FC236}">
                  <a16:creationId xmlns:a16="http://schemas.microsoft.com/office/drawing/2014/main" id="{EF94E48A-D751-8593-5D71-0683866A24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55092F9-8C9B-4865-CB0E-EFD550A28ED3}"/>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10890373" cy="1463040"/>
          </a:xfrm>
        </p:spPr>
        <p:txBody>
          <a:bodyPr anchor="t">
            <a:normAutofit/>
          </a:bodyPr>
          <a:lstStyle>
            <a:lvl1pPr>
              <a:defRPr sz="6000">
                <a:gradFill>
                  <a:gsLst>
                    <a:gs pos="0">
                      <a:schemeClr val="accent2"/>
                    </a:gs>
                    <a:gs pos="100000">
                      <a:schemeClr val="accent5"/>
                    </a:gs>
                  </a:gsLst>
                  <a:lin ang="4200000" scaled="0"/>
                </a:gra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648" y="3483864"/>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US"/>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3AEEF7F6-ECFE-4473-B3E9-C91BE833927A}" type="datetimeFigureOut">
              <a:rPr lang="en-US" smtClean="0"/>
              <a:t>12/5/2025</a:t>
            </a:fld>
            <a:endParaRPr lang="en-US"/>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759217830"/>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627318"/>
            <a:ext cx="8430768" cy="1842020"/>
          </a:xfrm>
        </p:spPr>
        <p:txBody>
          <a:bodyPr anchor="b">
            <a:normAutofit/>
          </a:bodyPr>
          <a:lstStyle>
            <a:lvl1pPr>
              <a:defRPr sz="6000">
                <a:gradFill>
                  <a:gsLst>
                    <a:gs pos="0">
                      <a:schemeClr val="accent2"/>
                    </a:gs>
                    <a:gs pos="100000">
                      <a:schemeClr val="accent5"/>
                    </a:gs>
                  </a:gsLst>
                  <a:lin ang="4200000" scaled="0"/>
                </a:gra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648" y="3622673"/>
            <a:ext cx="8430768" cy="1609344"/>
          </a:xfrm>
        </p:spPr>
        <p:txBody>
          <a:bodyPr vert="horz" lIns="91440" tIns="45720" rIns="91440" bIns="45720" rtlCol="0">
            <a:normAutofit/>
          </a:bodyPr>
          <a:lstStyle>
            <a:lvl1pPr marL="0" indent="0">
              <a:buNone/>
              <a:defRPr lang="en-US" sz="22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3AEEF7F6-ECFE-4473-B3E9-C91BE833927A}" type="datetimeFigureOut">
              <a:rPr lang="en-US" smtClean="0"/>
              <a:t>12/5/2025</a:t>
            </a:fld>
            <a:endParaRPr lang="en-US"/>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78574698"/>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1_Two Content">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294640" y="1284923"/>
            <a:ext cx="5705856" cy="4874578"/>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6244336" y="1284924"/>
            <a:ext cx="5730240" cy="4874577"/>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p:cNvSpPr>
            <a:spLocks noGrp="1"/>
          </p:cNvSpPr>
          <p:nvPr>
            <p:ph type="title" hasCustomPrompt="1"/>
          </p:nvPr>
        </p:nvSpPr>
        <p:spPr>
          <a:xfrm>
            <a:off x="289400" y="169154"/>
            <a:ext cx="11634376" cy="654576"/>
          </a:xfrm>
        </p:spPr>
        <p:txBody>
          <a:bodyPr>
            <a:normAutofit/>
          </a:bodyPr>
          <a:lstStyle>
            <a:lvl1pPr>
              <a:defRPr sz="3600" b="1" i="0" baseline="0">
                <a:solidFill>
                  <a:schemeClr val="tx1"/>
                </a:solidFill>
                <a:latin typeface="+mj-lt"/>
                <a:ea typeface="Tahoma" charset="0"/>
                <a:cs typeface="Tahoma" charset="0"/>
              </a:defRPr>
            </a:lvl1pPr>
          </a:lstStyle>
          <a:p>
            <a:r>
              <a:rPr lang="en-US"/>
              <a:t>Slide Title</a:t>
            </a:r>
          </a:p>
        </p:txBody>
      </p:sp>
      <p:sp>
        <p:nvSpPr>
          <p:cNvPr id="10" name="Subtitle 2"/>
          <p:cNvSpPr>
            <a:spLocks noGrp="1"/>
          </p:cNvSpPr>
          <p:nvPr>
            <p:ph type="subTitle" idx="15" hasCustomPrompt="1"/>
          </p:nvPr>
        </p:nvSpPr>
        <p:spPr>
          <a:xfrm>
            <a:off x="289400" y="823731"/>
            <a:ext cx="11634376" cy="340973"/>
          </a:xfrm>
        </p:spPr>
        <p:txBody>
          <a:bodyPr>
            <a:normAutofit/>
          </a:bodyPr>
          <a:lstStyle>
            <a:lvl1pPr marL="0" indent="0" algn="l">
              <a:buNone/>
              <a:defRPr sz="1600" b="0" i="0">
                <a:solidFill>
                  <a:schemeClr val="tx1"/>
                </a:solidFill>
                <a:latin typeface="+mn-lt"/>
                <a:ea typeface="Tahoma" charset="0"/>
                <a:cs typeface="Tahoma"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 </a:t>
            </a:r>
          </a:p>
        </p:txBody>
      </p:sp>
      <p:sp>
        <p:nvSpPr>
          <p:cNvPr id="15" name="Date Placeholder 3"/>
          <p:cNvSpPr>
            <a:spLocks noGrp="1"/>
          </p:cNvSpPr>
          <p:nvPr>
            <p:ph type="dt" sz="half" idx="2"/>
          </p:nvPr>
        </p:nvSpPr>
        <p:spPr>
          <a:xfrm>
            <a:off x="1251588" y="6356353"/>
            <a:ext cx="1210733"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48702F-412C-4CEF-ABE7-C49B765E9059}" type="datetimeFigureOut">
              <a:rPr lang="en-US" smtClean="0"/>
              <a:t>12/5/2025</a:t>
            </a:fld>
            <a:endParaRPr lang="en-US"/>
          </a:p>
        </p:txBody>
      </p:sp>
      <p:sp>
        <p:nvSpPr>
          <p:cNvPr id="16" name="Footer Placeholder 4"/>
          <p:cNvSpPr>
            <a:spLocks noGrp="1"/>
          </p:cNvSpPr>
          <p:nvPr>
            <p:ph type="ftr" sz="quarter" idx="3"/>
          </p:nvPr>
        </p:nvSpPr>
        <p:spPr>
          <a:xfrm>
            <a:off x="2654042" y="6356353"/>
            <a:ext cx="777370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7" name="Slide Number Placeholder 5"/>
          <p:cNvSpPr>
            <a:spLocks noGrp="1"/>
          </p:cNvSpPr>
          <p:nvPr>
            <p:ph type="sldNum" sz="quarter" idx="4"/>
          </p:nvPr>
        </p:nvSpPr>
        <p:spPr>
          <a:xfrm>
            <a:off x="289400" y="6356353"/>
            <a:ext cx="770467"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14B51C-DFC7-4853-98B8-136744874381}" type="slidenum">
              <a:rPr lang="en-US" smtClean="0"/>
              <a:t>‹#›</a:t>
            </a:fld>
            <a:endParaRPr lang="en-US"/>
          </a:p>
        </p:txBody>
      </p:sp>
    </p:spTree>
    <p:extLst>
      <p:ext uri="{BB962C8B-B14F-4D97-AF65-F5344CB8AC3E}">
        <p14:creationId xmlns:p14="http://schemas.microsoft.com/office/powerpoint/2010/main" val="410900164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02920"/>
            <a:ext cx="10954512" cy="119786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8" y="1801368"/>
            <a:ext cx="10954512" cy="44805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8" y="6318504"/>
            <a:ext cx="4096512" cy="365760"/>
          </a:xfrm>
          <a:prstGeom prst="rect">
            <a:avLst/>
          </a:prstGeom>
        </p:spPr>
        <p:txBody>
          <a:bodyPr vert="horz" lIns="91440" tIns="45720" rIns="91440" bIns="45720" rtlCol="0" anchor="ctr"/>
          <a:lstStyle>
            <a:lvl1pPr algn="l">
              <a:defRPr sz="85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430768" y="6318504"/>
            <a:ext cx="3136392" cy="365760"/>
          </a:xfrm>
          <a:prstGeom prst="rect">
            <a:avLst/>
          </a:prstGeom>
        </p:spPr>
        <p:txBody>
          <a:bodyPr vert="horz" lIns="91440" tIns="45720" rIns="91440" bIns="45720" rtlCol="0" anchor="ctr"/>
          <a:lstStyle>
            <a:lvl1pPr algn="r">
              <a:defRPr sz="850">
                <a:solidFill>
                  <a:schemeClr val="tx1"/>
                </a:solidFill>
              </a:defRPr>
            </a:lvl1pPr>
          </a:lstStyle>
          <a:p>
            <a:fld id="{3AEEF7F6-ECFE-4473-B3E9-C91BE833927A}" type="datetimeFigureOut">
              <a:rPr lang="en-US" smtClean="0"/>
              <a:t>12/5/2025</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84864" y="6318504"/>
            <a:ext cx="493776" cy="365760"/>
          </a:xfrm>
          <a:prstGeom prst="rect">
            <a:avLst/>
          </a:prstGeom>
        </p:spPr>
        <p:txBody>
          <a:bodyPr vert="horz" lIns="91440" tIns="45720" rIns="91440" bIns="45720" rtlCol="0" anchor="ctr"/>
          <a:lstStyle>
            <a:lvl1pPr algn="r">
              <a:defRPr sz="850">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942325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Lst>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46.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xml"/><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xml"/><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6.xml"/><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7.xml"/><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6.xml"/></Relationships>
</file>

<file path=ppt/slides/_rels/slide1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4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0.xml"/><Relationship Id="rId1" Type="http://schemas.openxmlformats.org/officeDocument/2006/relationships/slideLayout" Target="../slideLayouts/slideLayout3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6.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2.xml"/><Relationship Id="rId1" Type="http://schemas.openxmlformats.org/officeDocument/2006/relationships/slideLayout" Target="../slideLayouts/slideLayout3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FC3EA-AFDC-CA9C-C0DC-8C90A9E3E102}"/>
              </a:ext>
            </a:extLst>
          </p:cNvPr>
          <p:cNvSpPr>
            <a:spLocks noGrp="1"/>
          </p:cNvSpPr>
          <p:nvPr>
            <p:ph type="ctrTitle"/>
          </p:nvPr>
        </p:nvSpPr>
        <p:spPr>
          <a:xfrm>
            <a:off x="522732" y="4965192"/>
            <a:ext cx="11146536" cy="786384"/>
          </a:xfrm>
        </p:spPr>
        <p:txBody>
          <a:bodyPr anchor="b">
            <a:normAutofit/>
          </a:bodyPr>
          <a:lstStyle/>
          <a:p>
            <a:r>
              <a:rPr lang="en-US"/>
              <a:t>Tools in your AI's Toolbox: An Introduction to MCP Servers</a:t>
            </a:r>
          </a:p>
        </p:txBody>
      </p:sp>
      <p:sp>
        <p:nvSpPr>
          <p:cNvPr id="3" name="Subtitle 2">
            <a:extLst>
              <a:ext uri="{FF2B5EF4-FFF2-40B4-BE49-F238E27FC236}">
                <a16:creationId xmlns:a16="http://schemas.microsoft.com/office/drawing/2014/main" id="{B5B5E7D2-63CA-BA33-694F-8722630F4B0F}"/>
              </a:ext>
            </a:extLst>
          </p:cNvPr>
          <p:cNvSpPr>
            <a:spLocks noGrp="1"/>
          </p:cNvSpPr>
          <p:nvPr>
            <p:ph type="subTitle" idx="1"/>
          </p:nvPr>
        </p:nvSpPr>
        <p:spPr>
          <a:xfrm>
            <a:off x="1143000" y="5806440"/>
            <a:ext cx="9902952" cy="576072"/>
          </a:xfrm>
        </p:spPr>
        <p:txBody>
          <a:bodyPr anchor="t">
            <a:normAutofit/>
          </a:bodyPr>
          <a:lstStyle/>
          <a:p>
            <a:r>
              <a:rPr lang="en-US"/>
              <a:t>Understanding key technologies powering AI systems</a:t>
            </a:r>
          </a:p>
        </p:txBody>
      </p:sp>
      <p:pic>
        <p:nvPicPr>
          <p:cNvPr id="4" name="Picture 3" descr="Modern data center and technology background">
            <a:extLst>
              <a:ext uri="{FF2B5EF4-FFF2-40B4-BE49-F238E27FC236}">
                <a16:creationId xmlns:a16="http://schemas.microsoft.com/office/drawing/2014/main" id="{959287D2-7657-43C2-ABF0-B7883861C4BD}"/>
              </a:ext>
            </a:extLst>
          </p:cNvPr>
          <p:cNvPicPr>
            <a:picLocks noChangeAspect="1"/>
          </p:cNvPicPr>
          <p:nvPr/>
        </p:nvPicPr>
        <p:blipFill>
          <a:blip r:embed="rId3"/>
          <a:srcRect t="14448" r="-1" b="30333"/>
          <a:stretch>
            <a:fillRect/>
          </a:stretch>
        </p:blipFill>
        <p:spPr>
          <a:xfrm>
            <a:off x="20" y="10"/>
            <a:ext cx="12188932" cy="4492669"/>
          </a:xfrm>
          <a:prstGeom prst="rect">
            <a:avLst/>
          </a:prstGeom>
          <a:noFill/>
        </p:spPr>
      </p:pic>
    </p:spTree>
    <p:extLst>
      <p:ext uri="{BB962C8B-B14F-4D97-AF65-F5344CB8AC3E}">
        <p14:creationId xmlns:p14="http://schemas.microsoft.com/office/powerpoint/2010/main" val="925429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University of Texas at Arlington Logo | 04 - PNG Logo Vector Brand ...">
            <a:extLst>
              <a:ext uri="{FF2B5EF4-FFF2-40B4-BE49-F238E27FC236}">
                <a16:creationId xmlns:a16="http://schemas.microsoft.com/office/drawing/2014/main" id="{ACC8DC11-6660-AB3A-2CD4-4FD3EF3AA4C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42645" y="2063198"/>
            <a:ext cx="2115237" cy="132202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E0FCA459-A1D1-0535-214D-51F40BE5D9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38033" y="3630463"/>
            <a:ext cx="2124460" cy="1456947"/>
          </a:xfrm>
          <a:prstGeom prst="rect">
            <a:avLst/>
          </a:prstGeom>
        </p:spPr>
      </p:pic>
      <p:pic>
        <p:nvPicPr>
          <p:cNvPr id="7" name="Picture 6" descr="TEKsystems Named “Best Place to Work for Disability Inclusion ...">
            <a:extLst>
              <a:ext uri="{FF2B5EF4-FFF2-40B4-BE49-F238E27FC236}">
                <a16:creationId xmlns:a16="http://schemas.microsoft.com/office/drawing/2014/main" id="{99162676-CA09-68C1-B28D-847AD99C14A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9245" t="37613" r="27478" b="35332"/>
          <a:stretch>
            <a:fillRect/>
          </a:stretch>
        </p:blipFill>
        <p:spPr bwMode="auto">
          <a:xfrm>
            <a:off x="565442" y="5332651"/>
            <a:ext cx="4669643" cy="152534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31D742BB-2F18-6617-2FC3-CBC6A8D06223}"/>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855522" y="542750"/>
            <a:ext cx="4089482" cy="1199261"/>
          </a:xfrm>
          <a:prstGeom prst="rect">
            <a:avLst/>
          </a:prstGeom>
        </p:spPr>
      </p:pic>
      <p:pic>
        <p:nvPicPr>
          <p:cNvPr id="9" name="Picture 8" descr="AI Community Day Dallas">
            <a:extLst>
              <a:ext uri="{FF2B5EF4-FFF2-40B4-BE49-F238E27FC236}">
                <a16:creationId xmlns:a16="http://schemas.microsoft.com/office/drawing/2014/main" id="{26C1B985-B7E8-885A-DC6B-2F3A78391A6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l="27339" r="21636" b="1"/>
          <a:stretch>
            <a:fillRect/>
          </a:stretch>
        </p:blipFill>
        <p:spPr bwMode="auto">
          <a:xfrm>
            <a:off x="6096000" y="152908"/>
            <a:ext cx="5943599" cy="6552184"/>
          </a:xfrm>
          <a:custGeom>
            <a:avLst/>
            <a:gdLst>
              <a:gd name="connsiteX0" fmla="*/ 349249 w 5943599"/>
              <a:gd name="connsiteY0" fmla="*/ 0 h 6552184"/>
              <a:gd name="connsiteX1" fmla="*/ 5594350 w 5943599"/>
              <a:gd name="connsiteY1" fmla="*/ 0 h 6552184"/>
              <a:gd name="connsiteX2" fmla="*/ 5936505 w 5943599"/>
              <a:gd name="connsiteY2" fmla="*/ 278863 h 6552184"/>
              <a:gd name="connsiteX3" fmla="*/ 5943599 w 5943599"/>
              <a:gd name="connsiteY3" fmla="*/ 349239 h 6552184"/>
              <a:gd name="connsiteX4" fmla="*/ 5943599 w 5943599"/>
              <a:gd name="connsiteY4" fmla="*/ 5701613 h 6552184"/>
              <a:gd name="connsiteX5" fmla="*/ 5936505 w 5943599"/>
              <a:gd name="connsiteY5" fmla="*/ 5771987 h 6552184"/>
              <a:gd name="connsiteX6" fmla="*/ 5594350 w 5943599"/>
              <a:gd name="connsiteY6" fmla="*/ 6050852 h 6552184"/>
              <a:gd name="connsiteX7" fmla="*/ 3222459 w 5943599"/>
              <a:gd name="connsiteY7" fmla="*/ 6050852 h 6552184"/>
              <a:gd name="connsiteX8" fmla="*/ 2971799 w 5943599"/>
              <a:gd name="connsiteY8" fmla="*/ 6301512 h 6552184"/>
              <a:gd name="connsiteX9" fmla="*/ 2721139 w 5943599"/>
              <a:gd name="connsiteY9" fmla="*/ 6552184 h 6552184"/>
              <a:gd name="connsiteX10" fmla="*/ 349249 w 5943599"/>
              <a:gd name="connsiteY10" fmla="*/ 6552184 h 6552184"/>
              <a:gd name="connsiteX11" fmla="*/ 7095 w 5943599"/>
              <a:gd name="connsiteY11" fmla="*/ 6273302 h 6552184"/>
              <a:gd name="connsiteX12" fmla="*/ 0 w 5943599"/>
              <a:gd name="connsiteY12" fmla="*/ 6202932 h 6552184"/>
              <a:gd name="connsiteX13" fmla="*/ 0 w 5943599"/>
              <a:gd name="connsiteY13" fmla="*/ 349240 h 6552184"/>
              <a:gd name="connsiteX14" fmla="*/ 7095 w 5943599"/>
              <a:gd name="connsiteY14" fmla="*/ 278864 h 6552184"/>
              <a:gd name="connsiteX15" fmla="*/ 349249 w 5943599"/>
              <a:gd name="connsiteY15"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43599" h="6552184">
                <a:moveTo>
                  <a:pt x="349249" y="0"/>
                </a:moveTo>
                <a:lnTo>
                  <a:pt x="5594350" y="0"/>
                </a:lnTo>
                <a:cubicBezTo>
                  <a:pt x="5763125" y="0"/>
                  <a:pt x="5903938" y="119716"/>
                  <a:pt x="5936505" y="278863"/>
                </a:cubicBezTo>
                <a:lnTo>
                  <a:pt x="5943599" y="349239"/>
                </a:lnTo>
                <a:lnTo>
                  <a:pt x="5943599" y="5701613"/>
                </a:lnTo>
                <a:lnTo>
                  <a:pt x="5936505" y="5771987"/>
                </a:lnTo>
                <a:cubicBezTo>
                  <a:pt x="5903938" y="5931132"/>
                  <a:pt x="5763125" y="6050852"/>
                  <a:pt x="5594350" y="6050852"/>
                </a:cubicBezTo>
                <a:lnTo>
                  <a:pt x="3222459" y="6050852"/>
                </a:lnTo>
                <a:cubicBezTo>
                  <a:pt x="3084023" y="6050852"/>
                  <a:pt x="2971799" y="6163075"/>
                  <a:pt x="2971799" y="6301512"/>
                </a:cubicBezTo>
                <a:cubicBezTo>
                  <a:pt x="2971799" y="6439916"/>
                  <a:pt x="2859576" y="6552184"/>
                  <a:pt x="2721139" y="6552184"/>
                </a:cubicBezTo>
                <a:lnTo>
                  <a:pt x="349249" y="6552184"/>
                </a:lnTo>
                <a:cubicBezTo>
                  <a:pt x="180472" y="6552184"/>
                  <a:pt x="39661" y="6432441"/>
                  <a:pt x="7095" y="6273302"/>
                </a:cubicBezTo>
                <a:lnTo>
                  <a:pt x="0" y="6202932"/>
                </a:lnTo>
                <a:lnTo>
                  <a:pt x="0" y="349240"/>
                </a:lnTo>
                <a:lnTo>
                  <a:pt x="7095" y="278864"/>
                </a:lnTo>
                <a:cubicBezTo>
                  <a:pt x="39661" y="119716"/>
                  <a:pt x="180472" y="0"/>
                  <a:pt x="349249" y="0"/>
                </a:cubicBezTo>
                <a:close/>
              </a:path>
            </a:pathLst>
          </a:custGeom>
          <a:solidFill>
            <a:srgbClr val="FFFFFF"/>
          </a:solidFill>
        </p:spPr>
      </p:pic>
    </p:spTree>
    <p:extLst>
      <p:ext uri="{BB962C8B-B14F-4D97-AF65-F5344CB8AC3E}">
        <p14:creationId xmlns:p14="http://schemas.microsoft.com/office/powerpoint/2010/main" val="3919258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052CA08-BFB4-E89B-4D92-B77BCC2B40CA}"/>
              </a:ext>
            </a:extLst>
          </p:cNvPr>
          <p:cNvSpPr>
            <a:spLocks noGrp="1"/>
          </p:cNvSpPr>
          <p:nvPr>
            <p:ph type="title"/>
          </p:nvPr>
        </p:nvSpPr>
        <p:spPr>
          <a:xfrm>
            <a:off x="5970589" y="131546"/>
            <a:ext cx="5664198" cy="863023"/>
          </a:xfrm>
        </p:spPr>
        <p:txBody>
          <a:bodyPr>
            <a:normAutofit fontScale="90000"/>
          </a:bodyPr>
          <a:lstStyle/>
          <a:p>
            <a:r>
              <a:rPr lang="en-US" dirty="0"/>
              <a:t>Tim Rayburn</a:t>
            </a:r>
          </a:p>
        </p:txBody>
      </p:sp>
      <p:sp>
        <p:nvSpPr>
          <p:cNvPr id="6" name="Content Placeholder 5">
            <a:extLst>
              <a:ext uri="{FF2B5EF4-FFF2-40B4-BE49-F238E27FC236}">
                <a16:creationId xmlns:a16="http://schemas.microsoft.com/office/drawing/2014/main" id="{48FF2279-58EF-0FFD-23EC-F46B5F9C650B}"/>
              </a:ext>
            </a:extLst>
          </p:cNvPr>
          <p:cNvSpPr>
            <a:spLocks noGrp="1"/>
          </p:cNvSpPr>
          <p:nvPr>
            <p:ph sz="quarter" idx="13"/>
          </p:nvPr>
        </p:nvSpPr>
        <p:spPr>
          <a:xfrm>
            <a:off x="5785980" y="994569"/>
            <a:ext cx="6351199" cy="5597005"/>
          </a:xfrm>
        </p:spPr>
        <p:txBody>
          <a:bodyPr anchor="t">
            <a:normAutofit/>
          </a:bodyPr>
          <a:lstStyle/>
          <a:p>
            <a:r>
              <a:rPr lang="en-US" dirty="0">
                <a:latin typeface="Calibri" panose="020F0502020204030204" pitchFamily="34" charset="0"/>
                <a:ea typeface="Calibri" panose="020F0502020204030204" pitchFamily="34" charset="0"/>
                <a:cs typeface="Calibri" panose="020F0502020204030204" pitchFamily="34" charset="0"/>
              </a:rPr>
              <a:t>11-time </a:t>
            </a:r>
            <a:r>
              <a:rPr lang="en-US" b="1" dirty="0">
                <a:latin typeface="Calibri" panose="020F0502020204030204" pitchFamily="34" charset="0"/>
                <a:ea typeface="Calibri" panose="020F0502020204030204" pitchFamily="34" charset="0"/>
                <a:cs typeface="Calibri" panose="020F0502020204030204" pitchFamily="34" charset="0"/>
              </a:rPr>
              <a:t>Microsoft MVP </a:t>
            </a:r>
            <a:r>
              <a:rPr lang="en-US" dirty="0">
                <a:latin typeface="Calibri" panose="020F0502020204030204" pitchFamily="34" charset="0"/>
                <a:ea typeface="Calibri" panose="020F0502020204030204" pitchFamily="34" charset="0"/>
                <a:cs typeface="Calibri" panose="020F0502020204030204" pitchFamily="34" charset="0"/>
              </a:rPr>
              <a:t>(2007-2018)</a:t>
            </a:r>
          </a:p>
          <a:p>
            <a:r>
              <a:rPr lang="en-US" b="1" dirty="0">
                <a:latin typeface="Calibri" panose="020F0502020204030204" pitchFamily="34" charset="0"/>
                <a:ea typeface="Calibri" panose="020F0502020204030204" pitchFamily="34" charset="0"/>
                <a:cs typeface="Calibri" panose="020F0502020204030204" pitchFamily="34" charset="0"/>
              </a:rPr>
              <a:t>Open Source Maintainer</a:t>
            </a:r>
            <a:r>
              <a:rPr lang="en-US" dirty="0">
                <a:latin typeface="Calibri" panose="020F0502020204030204" pitchFamily="34" charset="0"/>
                <a:ea typeface="Calibri" panose="020F0502020204030204" pitchFamily="34" charset="0"/>
                <a:cs typeface="Calibri" panose="020F0502020204030204" pitchFamily="34" charset="0"/>
              </a:rPr>
              <a:t> for Highway Framework</a:t>
            </a:r>
          </a:p>
          <a:p>
            <a:r>
              <a:rPr lang="en-US" b="1" dirty="0">
                <a:latin typeface="Calibri" panose="020F0502020204030204" pitchFamily="34" charset="0"/>
                <a:ea typeface="Calibri" panose="020F0502020204030204" pitchFamily="34" charset="0"/>
                <a:cs typeface="Calibri" panose="020F0502020204030204" pitchFamily="34" charset="0"/>
              </a:rPr>
              <a:t>BBQ Fanatic </a:t>
            </a:r>
            <a:r>
              <a:rPr lang="en-US" dirty="0">
                <a:latin typeface="Calibri" panose="020F0502020204030204" pitchFamily="34" charset="0"/>
                <a:ea typeface="Calibri" panose="020F0502020204030204" pitchFamily="34" charset="0"/>
                <a:cs typeface="Calibri" panose="020F0502020204030204" pitchFamily="34" charset="0"/>
              </a:rPr>
              <a:t>– Feed over 200 people every July 4</a:t>
            </a:r>
            <a:r>
              <a:rPr lang="en-US" baseline="30000" dirty="0">
                <a:latin typeface="Calibri" panose="020F0502020204030204" pitchFamily="34" charset="0"/>
                <a:ea typeface="Calibri" panose="020F0502020204030204" pitchFamily="34" charset="0"/>
                <a:cs typeface="Calibri" panose="020F0502020204030204" pitchFamily="34" charset="0"/>
              </a:rPr>
              <a:t>th</a:t>
            </a:r>
            <a:r>
              <a:rPr lang="en-US" dirty="0">
                <a:latin typeface="Calibri" panose="020F0502020204030204" pitchFamily="34" charset="0"/>
                <a:ea typeface="Calibri" panose="020F0502020204030204" pitchFamily="34" charset="0"/>
                <a:cs typeface="Calibri" panose="020F0502020204030204" pitchFamily="34" charset="0"/>
              </a:rPr>
              <a:t> at the Improving Dallas office</a:t>
            </a:r>
          </a:p>
          <a:p>
            <a:r>
              <a:rPr lang="en-US" b="1" dirty="0">
                <a:latin typeface="Calibri" panose="020F0502020204030204" pitchFamily="34" charset="0"/>
                <a:ea typeface="Calibri" panose="020F0502020204030204" pitchFamily="34" charset="0"/>
                <a:cs typeface="Calibri" panose="020F0502020204030204" pitchFamily="34" charset="0"/>
              </a:rPr>
              <a:t>Soccer Fan </a:t>
            </a:r>
            <a:r>
              <a:rPr lang="en-US" dirty="0">
                <a:latin typeface="Calibri" panose="020F0502020204030204" pitchFamily="34" charset="0"/>
                <a:ea typeface="Calibri" panose="020F0502020204030204" pitchFamily="34" charset="0"/>
                <a:cs typeface="Calibri" panose="020F0502020204030204" pitchFamily="34" charset="0"/>
              </a:rPr>
              <a:t>– Season ticket holder for FC Dallas, Followed the USWNT through the World Cup playoff rounds in France (2019)</a:t>
            </a:r>
          </a:p>
          <a:p>
            <a:r>
              <a:rPr lang="en-US" dirty="0">
                <a:latin typeface="Calibri" panose="020F0502020204030204" pitchFamily="34" charset="0"/>
                <a:ea typeface="Calibri" panose="020F0502020204030204" pitchFamily="34" charset="0"/>
                <a:cs typeface="Calibri" panose="020F0502020204030204" pitchFamily="34" charset="0"/>
              </a:rPr>
              <a:t>Former </a:t>
            </a:r>
            <a:r>
              <a:rPr lang="en-US" b="1" dirty="0">
                <a:latin typeface="Calibri" panose="020F0502020204030204" pitchFamily="34" charset="0"/>
                <a:ea typeface="Calibri" panose="020F0502020204030204" pitchFamily="34" charset="0"/>
                <a:cs typeface="Calibri" panose="020F0502020204030204" pitchFamily="34" charset="0"/>
              </a:rPr>
              <a:t>Game Store Owner</a:t>
            </a:r>
          </a:p>
          <a:p>
            <a:r>
              <a:rPr lang="en-US" dirty="0">
                <a:latin typeface="Calibri" panose="020F0502020204030204" pitchFamily="34" charset="0"/>
                <a:ea typeface="Calibri" panose="020F0502020204030204" pitchFamily="34" charset="0"/>
                <a:cs typeface="Calibri" panose="020F0502020204030204" pitchFamily="34" charset="0"/>
              </a:rPr>
              <a:t>Avid </a:t>
            </a:r>
            <a:r>
              <a:rPr lang="en-US" b="1" dirty="0">
                <a:latin typeface="Calibri" panose="020F0502020204030204" pitchFamily="34" charset="0"/>
                <a:ea typeface="Calibri" panose="020F0502020204030204" pitchFamily="34" charset="0"/>
                <a:cs typeface="Calibri" panose="020F0502020204030204" pitchFamily="34" charset="0"/>
              </a:rPr>
              <a:t>Magic the Gathering </a:t>
            </a:r>
            <a:r>
              <a:rPr lang="en-US" dirty="0">
                <a:latin typeface="Calibri" panose="020F0502020204030204" pitchFamily="34" charset="0"/>
                <a:ea typeface="Calibri" panose="020F0502020204030204" pitchFamily="34" charset="0"/>
                <a:cs typeface="Calibri" panose="020F0502020204030204" pitchFamily="34" charset="0"/>
              </a:rPr>
              <a:t>player (Commander)</a:t>
            </a:r>
          </a:p>
          <a:p>
            <a:r>
              <a:rPr lang="en-US" dirty="0">
                <a:latin typeface="Calibri" panose="020F0502020204030204" pitchFamily="34" charset="0"/>
                <a:ea typeface="Calibri" panose="020F0502020204030204" pitchFamily="34" charset="0"/>
                <a:cs typeface="Calibri" panose="020F0502020204030204" pitchFamily="34" charset="0"/>
              </a:rPr>
              <a:t>Former</a:t>
            </a:r>
            <a:r>
              <a:rPr lang="en-US" b="1" dirty="0">
                <a:latin typeface="Calibri" panose="020F0502020204030204" pitchFamily="34" charset="0"/>
                <a:ea typeface="Calibri" panose="020F0502020204030204" pitchFamily="34" charset="0"/>
                <a:cs typeface="Calibri" panose="020F0502020204030204" pitchFamily="34" charset="0"/>
              </a:rPr>
              <a:t> D&amp;D Podcaster </a:t>
            </a:r>
            <a:r>
              <a:rPr lang="en-US" dirty="0">
                <a:latin typeface="Calibri" panose="020F0502020204030204" pitchFamily="34" charset="0"/>
                <a:ea typeface="Calibri" panose="020F0502020204030204" pitchFamily="34" charset="0"/>
                <a:cs typeface="Calibri" panose="020F0502020204030204" pitchFamily="34" charset="0"/>
              </a:rPr>
              <a:t>(Radio Free </a:t>
            </a:r>
            <a:r>
              <a:rPr lang="en-US" dirty="0" err="1">
                <a:latin typeface="Calibri" panose="020F0502020204030204" pitchFamily="34" charset="0"/>
                <a:ea typeface="Calibri" panose="020F0502020204030204" pitchFamily="34" charset="0"/>
                <a:cs typeface="Calibri" panose="020F0502020204030204" pitchFamily="34" charset="0"/>
              </a:rPr>
              <a:t>Hommlet</a:t>
            </a:r>
            <a:r>
              <a:rPr lang="en-US" dirty="0">
                <a:latin typeface="Calibri" panose="020F0502020204030204" pitchFamily="34" charset="0"/>
                <a:ea typeface="Calibri" panose="020F0502020204030204" pitchFamily="34" charset="0"/>
                <a:cs typeface="Calibri" panose="020F0502020204030204" pitchFamily="34" charset="0"/>
              </a:rPr>
              <a:t>)</a:t>
            </a:r>
          </a:p>
          <a:p>
            <a:r>
              <a:rPr lang="en-US" b="1" dirty="0">
                <a:latin typeface="Calibri" panose="020F0502020204030204" pitchFamily="34" charset="0"/>
                <a:ea typeface="Calibri" panose="020F0502020204030204" pitchFamily="34" charset="0"/>
                <a:cs typeface="Calibri" panose="020F0502020204030204" pitchFamily="34" charset="0"/>
              </a:rPr>
              <a:t>Drone Pilot</a:t>
            </a:r>
          </a:p>
          <a:p>
            <a:r>
              <a:rPr lang="en-US" b="1" dirty="0">
                <a:latin typeface="Calibri" panose="020F0502020204030204" pitchFamily="34" charset="0"/>
                <a:ea typeface="Calibri" panose="020F0502020204030204" pitchFamily="34" charset="0"/>
                <a:cs typeface="Calibri" panose="020F0502020204030204" pitchFamily="34" charset="0"/>
              </a:rPr>
              <a:t>Specialization is for Insects.</a:t>
            </a:r>
          </a:p>
        </p:txBody>
      </p:sp>
      <p:pic>
        <p:nvPicPr>
          <p:cNvPr id="9" name="Content Placeholder 9" descr="A picture containing person, person, outdoor, standing&#10;&#10;Description automatically generated">
            <a:extLst>
              <a:ext uri="{FF2B5EF4-FFF2-40B4-BE49-F238E27FC236}">
                <a16:creationId xmlns:a16="http://schemas.microsoft.com/office/drawing/2014/main" id="{8B421111-3E74-15D2-B0D7-5DF537E91BA1}"/>
              </a:ext>
            </a:extLst>
          </p:cNvPr>
          <p:cNvPicPr>
            <a:picLocks noGrp="1" noChangeAspect="1"/>
          </p:cNvPicPr>
          <p:nvPr>
            <p:ph type="pic" sz="quarter" idx="17"/>
          </p:nvPr>
        </p:nvPicPr>
        <p:blipFill>
          <a:blip r:embed="rId2">
            <a:extLst>
              <a:ext uri="{28A0092B-C50C-407E-A947-70E740481C1C}">
                <a14:useLocalDpi xmlns:a14="http://schemas.microsoft.com/office/drawing/2010/main" val="0"/>
              </a:ext>
            </a:extLst>
          </a:blip>
          <a:srcRect l="10532" r="10532"/>
          <a:stretch>
            <a:fillRect/>
          </a:stretch>
        </p:blipFill>
        <p:spPr>
          <a:xfrm>
            <a:off x="119063" y="0"/>
            <a:ext cx="5413375" cy="6858000"/>
          </a:xfrm>
        </p:spPr>
      </p:pic>
    </p:spTree>
    <p:extLst>
      <p:ext uri="{BB962C8B-B14F-4D97-AF65-F5344CB8AC3E}">
        <p14:creationId xmlns:p14="http://schemas.microsoft.com/office/powerpoint/2010/main" val="40312178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E2640FC-A8D7-1747-9648-63C6CC0B29E0}"/>
              </a:ext>
            </a:extLst>
          </p:cNvPr>
          <p:cNvSpPr>
            <a:spLocks noGrp="1"/>
          </p:cNvSpPr>
          <p:nvPr>
            <p:ph type="title"/>
          </p:nvPr>
        </p:nvSpPr>
        <p:spPr/>
        <p:txBody>
          <a:bodyPr>
            <a:normAutofit/>
          </a:bodyPr>
          <a:lstStyle/>
          <a:p>
            <a:r>
              <a:rPr lang="en-US" sz="6600" dirty="0"/>
              <a:t>Where are you?</a:t>
            </a:r>
          </a:p>
        </p:txBody>
      </p:sp>
      <p:graphicFrame>
        <p:nvGraphicFramePr>
          <p:cNvPr id="4" name="Diagram 3">
            <a:extLst>
              <a:ext uri="{FF2B5EF4-FFF2-40B4-BE49-F238E27FC236}">
                <a16:creationId xmlns:a16="http://schemas.microsoft.com/office/drawing/2014/main" id="{5840EB01-98E8-5A5B-FEBD-6F1CD46C20E0}"/>
              </a:ext>
            </a:extLst>
          </p:cNvPr>
          <p:cNvGraphicFramePr/>
          <p:nvPr>
            <p:extLst>
              <p:ext uri="{D42A27DB-BD31-4B8C-83A1-F6EECF244321}">
                <p14:modId xmlns:p14="http://schemas.microsoft.com/office/powerpoint/2010/main" val="3702021942"/>
              </p:ext>
            </p:extLst>
          </p:nvPr>
        </p:nvGraphicFramePr>
        <p:xfrm>
          <a:off x="504749" y="1700784"/>
          <a:ext cx="11141049" cy="48097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49688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3B4AD-68BB-6920-5E7D-7DF95E821ED6}"/>
              </a:ext>
            </a:extLst>
          </p:cNvPr>
          <p:cNvSpPr>
            <a:spLocks noGrp="1"/>
          </p:cNvSpPr>
          <p:nvPr>
            <p:ph type="title"/>
          </p:nvPr>
        </p:nvSpPr>
        <p:spPr>
          <a:xfrm>
            <a:off x="612648" y="2093976"/>
            <a:ext cx="8229600" cy="4178808"/>
          </a:xfrm>
        </p:spPr>
        <p:txBody>
          <a:bodyPr anchor="b">
            <a:normAutofit/>
          </a:bodyPr>
          <a:lstStyle/>
          <a:p>
            <a:r>
              <a:rPr lang="en-US" dirty="0"/>
              <a:t>Where does AI belong in our Enterprises?</a:t>
            </a:r>
          </a:p>
        </p:txBody>
      </p:sp>
    </p:spTree>
    <p:extLst>
      <p:ext uri="{BB962C8B-B14F-4D97-AF65-F5344CB8AC3E}">
        <p14:creationId xmlns:p14="http://schemas.microsoft.com/office/powerpoint/2010/main" val="5128677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B71BF-1B24-492D-4456-4C52982F3A06}"/>
              </a:ext>
            </a:extLst>
          </p:cNvPr>
          <p:cNvSpPr>
            <a:spLocks noGrp="1"/>
          </p:cNvSpPr>
          <p:nvPr>
            <p:ph type="title"/>
          </p:nvPr>
        </p:nvSpPr>
        <p:spPr>
          <a:xfrm>
            <a:off x="612648" y="502920"/>
            <a:ext cx="4669536" cy="1453896"/>
          </a:xfrm>
        </p:spPr>
        <p:txBody>
          <a:bodyPr anchor="t">
            <a:normAutofit/>
          </a:bodyPr>
          <a:lstStyle/>
          <a:p>
            <a:r>
              <a:rPr lang="en-US" sz="4400" dirty="0"/>
              <a:t>Where does AI Belong?</a:t>
            </a:r>
          </a:p>
        </p:txBody>
      </p:sp>
      <p:pic>
        <p:nvPicPr>
          <p:cNvPr id="5" name="Content Placeholder 4" descr="Abstract  Digital concept which shows network security optimization and internet technology  ">
            <a:extLst>
              <a:ext uri="{FF2B5EF4-FFF2-40B4-BE49-F238E27FC236}">
                <a16:creationId xmlns:a16="http://schemas.microsoft.com/office/drawing/2014/main" id="{637234DD-742F-4295-9EBC-3A2A2893C0E2}"/>
              </a:ext>
            </a:extLst>
          </p:cNvPr>
          <p:cNvPicPr>
            <a:picLocks noGrp="1" noChangeAspect="1"/>
          </p:cNvPicPr>
          <p:nvPr>
            <p:ph type="pic" sz="quarter" idx="15"/>
          </p:nvPr>
        </p:nvPicPr>
        <p:blipFill>
          <a:blip r:embed="rId3"/>
          <a:srcRect r="12979" b="-2"/>
          <a:stretch>
            <a:fillRect/>
          </a:stretch>
        </p:blipFill>
        <p:spPr>
          <a:xfrm>
            <a:off x="612648" y="2293938"/>
            <a:ext cx="4669536" cy="4024566"/>
          </a:xfrm>
          <a:prstGeom prst="rect">
            <a:avLst/>
          </a:prstGeom>
          <a:noFill/>
        </p:spPr>
      </p:pic>
      <p:sp>
        <p:nvSpPr>
          <p:cNvPr id="7" name="Rectangle 6">
            <a:extLst>
              <a:ext uri="{FF2B5EF4-FFF2-40B4-BE49-F238E27FC236}">
                <a16:creationId xmlns:a16="http://schemas.microsoft.com/office/drawing/2014/main" id="{371EB0BA-498B-3BB9-9124-7C1963EA5289}"/>
              </a:ext>
            </a:extLst>
          </p:cNvPr>
          <p:cNvSpPr/>
          <p:nvPr/>
        </p:nvSpPr>
        <p:spPr>
          <a:xfrm>
            <a:off x="5841635"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4DE148F-613C-D46D-1C29-5FC0CBFAA423}"/>
              </a:ext>
            </a:extLst>
          </p:cNvPr>
          <p:cNvSpPr/>
          <p:nvPr/>
        </p:nvSpPr>
        <p:spPr>
          <a:xfrm>
            <a:off x="6440271"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A5B190E-4A80-4BB2-8657-2EBA7F0B3CAA}"/>
              </a:ext>
            </a:extLst>
          </p:cNvPr>
          <p:cNvSpPr/>
          <p:nvPr/>
        </p:nvSpPr>
        <p:spPr>
          <a:xfrm>
            <a:off x="7049871"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85342FC-2EB8-C34C-B363-A13C8E521AF3}"/>
              </a:ext>
            </a:extLst>
          </p:cNvPr>
          <p:cNvSpPr/>
          <p:nvPr/>
        </p:nvSpPr>
        <p:spPr>
          <a:xfrm>
            <a:off x="7637543"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62B1399-4413-3180-8349-4F416C3C4E5E}"/>
              </a:ext>
            </a:extLst>
          </p:cNvPr>
          <p:cNvSpPr/>
          <p:nvPr/>
        </p:nvSpPr>
        <p:spPr>
          <a:xfrm>
            <a:off x="8236179"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2C1B681-BC77-046A-9741-AE6BBE428A08}"/>
              </a:ext>
            </a:extLst>
          </p:cNvPr>
          <p:cNvSpPr/>
          <p:nvPr/>
        </p:nvSpPr>
        <p:spPr>
          <a:xfrm>
            <a:off x="8823851"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2C2F703-F0DE-00CD-0710-D373E8294C76}"/>
              </a:ext>
            </a:extLst>
          </p:cNvPr>
          <p:cNvSpPr/>
          <p:nvPr/>
        </p:nvSpPr>
        <p:spPr>
          <a:xfrm>
            <a:off x="9422487"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71226F0-758D-203B-A13B-60E33CF0F8B7}"/>
              </a:ext>
            </a:extLst>
          </p:cNvPr>
          <p:cNvSpPr/>
          <p:nvPr/>
        </p:nvSpPr>
        <p:spPr>
          <a:xfrm>
            <a:off x="10021123"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045400A-B7A7-D0AA-8FAC-D55743E81D50}"/>
              </a:ext>
            </a:extLst>
          </p:cNvPr>
          <p:cNvSpPr/>
          <p:nvPr/>
        </p:nvSpPr>
        <p:spPr>
          <a:xfrm>
            <a:off x="10619759"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251A946-641A-D0CF-33F7-0D482E878EBD}"/>
              </a:ext>
            </a:extLst>
          </p:cNvPr>
          <p:cNvSpPr/>
          <p:nvPr/>
        </p:nvSpPr>
        <p:spPr>
          <a:xfrm>
            <a:off x="11221684"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46617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022AA-05BD-D062-41B1-4C11A8DDD1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1F35E7-642F-62DE-C566-394F901D456A}"/>
              </a:ext>
            </a:extLst>
          </p:cNvPr>
          <p:cNvSpPr>
            <a:spLocks noGrp="1"/>
          </p:cNvSpPr>
          <p:nvPr>
            <p:ph type="title"/>
          </p:nvPr>
        </p:nvSpPr>
        <p:spPr>
          <a:xfrm>
            <a:off x="612648" y="502920"/>
            <a:ext cx="4669536" cy="1453896"/>
          </a:xfrm>
        </p:spPr>
        <p:txBody>
          <a:bodyPr anchor="t">
            <a:normAutofit/>
          </a:bodyPr>
          <a:lstStyle/>
          <a:p>
            <a:r>
              <a:rPr lang="en-US" sz="4400" dirty="0"/>
              <a:t>Where does AI Belong?</a:t>
            </a:r>
          </a:p>
        </p:txBody>
      </p:sp>
      <p:pic>
        <p:nvPicPr>
          <p:cNvPr id="5" name="Content Placeholder 4" descr="Abstract  Digital concept which shows network security optimization and internet technology  ">
            <a:extLst>
              <a:ext uri="{FF2B5EF4-FFF2-40B4-BE49-F238E27FC236}">
                <a16:creationId xmlns:a16="http://schemas.microsoft.com/office/drawing/2014/main" id="{A8A0C5F1-40B4-A931-5CCB-4EC3DC1AEDCE}"/>
              </a:ext>
            </a:extLst>
          </p:cNvPr>
          <p:cNvPicPr>
            <a:picLocks noGrp="1" noChangeAspect="1"/>
          </p:cNvPicPr>
          <p:nvPr>
            <p:ph type="pic" sz="quarter" idx="15"/>
          </p:nvPr>
        </p:nvPicPr>
        <p:blipFill>
          <a:blip r:embed="rId3"/>
          <a:srcRect r="12979" b="-2"/>
          <a:stretch>
            <a:fillRect/>
          </a:stretch>
        </p:blipFill>
        <p:spPr>
          <a:xfrm>
            <a:off x="612648" y="2293938"/>
            <a:ext cx="4669536" cy="4024566"/>
          </a:xfrm>
          <a:prstGeom prst="rect">
            <a:avLst/>
          </a:prstGeom>
          <a:noFill/>
        </p:spPr>
      </p:pic>
      <p:sp>
        <p:nvSpPr>
          <p:cNvPr id="7" name="Rectangle 6">
            <a:extLst>
              <a:ext uri="{FF2B5EF4-FFF2-40B4-BE49-F238E27FC236}">
                <a16:creationId xmlns:a16="http://schemas.microsoft.com/office/drawing/2014/main" id="{9FD839CF-04FA-59E7-9960-293BB2130828}"/>
              </a:ext>
            </a:extLst>
          </p:cNvPr>
          <p:cNvSpPr/>
          <p:nvPr/>
        </p:nvSpPr>
        <p:spPr>
          <a:xfrm>
            <a:off x="5841635"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2978340-4180-0B01-6B4D-7DD66EFD4728}"/>
              </a:ext>
            </a:extLst>
          </p:cNvPr>
          <p:cNvSpPr/>
          <p:nvPr/>
        </p:nvSpPr>
        <p:spPr>
          <a:xfrm>
            <a:off x="6440271"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0775BC8-5241-A18E-D439-9FF785F90CED}"/>
              </a:ext>
            </a:extLst>
          </p:cNvPr>
          <p:cNvSpPr/>
          <p:nvPr/>
        </p:nvSpPr>
        <p:spPr>
          <a:xfrm>
            <a:off x="7049871" y="2830364"/>
            <a:ext cx="598636" cy="59863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7E4549-E15E-A925-DB4E-9D9621895930}"/>
              </a:ext>
            </a:extLst>
          </p:cNvPr>
          <p:cNvSpPr/>
          <p:nvPr/>
        </p:nvSpPr>
        <p:spPr>
          <a:xfrm>
            <a:off x="7637543"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7797862-3CDD-E4BD-CAD3-E9FE99E3DEFB}"/>
              </a:ext>
            </a:extLst>
          </p:cNvPr>
          <p:cNvSpPr/>
          <p:nvPr/>
        </p:nvSpPr>
        <p:spPr>
          <a:xfrm>
            <a:off x="8236179"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DC680F5-2B21-DA0B-9CB3-C2417D4B7A58}"/>
              </a:ext>
            </a:extLst>
          </p:cNvPr>
          <p:cNvSpPr/>
          <p:nvPr/>
        </p:nvSpPr>
        <p:spPr>
          <a:xfrm>
            <a:off x="8823851" y="2830364"/>
            <a:ext cx="598636" cy="59863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14DC990-7124-8E0F-81F6-72D0315FB6B7}"/>
              </a:ext>
            </a:extLst>
          </p:cNvPr>
          <p:cNvSpPr/>
          <p:nvPr/>
        </p:nvSpPr>
        <p:spPr>
          <a:xfrm>
            <a:off x="9422487"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50FC80E-2975-0BE4-5A84-84B73A49F041}"/>
              </a:ext>
            </a:extLst>
          </p:cNvPr>
          <p:cNvSpPr/>
          <p:nvPr/>
        </p:nvSpPr>
        <p:spPr>
          <a:xfrm>
            <a:off x="10021123"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59F76AF-2478-0559-5B44-48B87011600E}"/>
              </a:ext>
            </a:extLst>
          </p:cNvPr>
          <p:cNvSpPr/>
          <p:nvPr/>
        </p:nvSpPr>
        <p:spPr>
          <a:xfrm>
            <a:off x="10619759" y="2830364"/>
            <a:ext cx="598636" cy="59863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5E51730-F298-FE5B-717B-2A4CA2C8D2BF}"/>
              </a:ext>
            </a:extLst>
          </p:cNvPr>
          <p:cNvSpPr/>
          <p:nvPr/>
        </p:nvSpPr>
        <p:spPr>
          <a:xfrm>
            <a:off x="11221684"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8908626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2CC73-D778-D542-F0FA-D829FADAC1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E68B5D-0F48-6174-5499-879D6332C734}"/>
              </a:ext>
            </a:extLst>
          </p:cNvPr>
          <p:cNvSpPr>
            <a:spLocks noGrp="1"/>
          </p:cNvSpPr>
          <p:nvPr>
            <p:ph type="title"/>
          </p:nvPr>
        </p:nvSpPr>
        <p:spPr>
          <a:xfrm>
            <a:off x="612648" y="502920"/>
            <a:ext cx="4669536" cy="1453896"/>
          </a:xfrm>
        </p:spPr>
        <p:txBody>
          <a:bodyPr anchor="t">
            <a:normAutofit/>
          </a:bodyPr>
          <a:lstStyle/>
          <a:p>
            <a:r>
              <a:rPr lang="en-US" sz="4400" dirty="0"/>
              <a:t>Where does AI Belong?</a:t>
            </a:r>
          </a:p>
        </p:txBody>
      </p:sp>
      <p:pic>
        <p:nvPicPr>
          <p:cNvPr id="5" name="Content Placeholder 4" descr="Abstract  Digital concept which shows network security optimization and internet technology  ">
            <a:extLst>
              <a:ext uri="{FF2B5EF4-FFF2-40B4-BE49-F238E27FC236}">
                <a16:creationId xmlns:a16="http://schemas.microsoft.com/office/drawing/2014/main" id="{CEF23B39-DC43-2B4C-90AD-A02E09ADDA42}"/>
              </a:ext>
            </a:extLst>
          </p:cNvPr>
          <p:cNvPicPr>
            <a:picLocks noGrp="1" noChangeAspect="1"/>
          </p:cNvPicPr>
          <p:nvPr>
            <p:ph type="pic" sz="quarter" idx="15"/>
          </p:nvPr>
        </p:nvPicPr>
        <p:blipFill>
          <a:blip r:embed="rId3"/>
          <a:srcRect r="12979" b="-2"/>
          <a:stretch>
            <a:fillRect/>
          </a:stretch>
        </p:blipFill>
        <p:spPr>
          <a:xfrm>
            <a:off x="612648" y="2293938"/>
            <a:ext cx="4669536" cy="4024566"/>
          </a:xfrm>
          <a:prstGeom prst="rect">
            <a:avLst/>
          </a:prstGeom>
          <a:noFill/>
        </p:spPr>
      </p:pic>
      <p:sp>
        <p:nvSpPr>
          <p:cNvPr id="7" name="Rectangle 6">
            <a:extLst>
              <a:ext uri="{FF2B5EF4-FFF2-40B4-BE49-F238E27FC236}">
                <a16:creationId xmlns:a16="http://schemas.microsoft.com/office/drawing/2014/main" id="{93B885B2-B354-42DF-BBE2-4AA7DE668B11}"/>
              </a:ext>
            </a:extLst>
          </p:cNvPr>
          <p:cNvSpPr/>
          <p:nvPr/>
        </p:nvSpPr>
        <p:spPr>
          <a:xfrm>
            <a:off x="5841635" y="2833641"/>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02CCEC-4969-28C6-4B0F-321FE6C768D0}"/>
              </a:ext>
            </a:extLst>
          </p:cNvPr>
          <p:cNvSpPr/>
          <p:nvPr/>
        </p:nvSpPr>
        <p:spPr>
          <a:xfrm>
            <a:off x="6440271" y="2833641"/>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1F08365-C30A-3862-C076-609B7F11C651}"/>
              </a:ext>
            </a:extLst>
          </p:cNvPr>
          <p:cNvSpPr/>
          <p:nvPr/>
        </p:nvSpPr>
        <p:spPr>
          <a:xfrm>
            <a:off x="7049871" y="2833641"/>
            <a:ext cx="166653" cy="59863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97AACCC-9C05-6D0C-F8F7-4B8AF3AC75EF}"/>
              </a:ext>
            </a:extLst>
          </p:cNvPr>
          <p:cNvSpPr/>
          <p:nvPr/>
        </p:nvSpPr>
        <p:spPr>
          <a:xfrm>
            <a:off x="7205561" y="2833641"/>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ACB5274-1B06-D5F7-D87F-E2F5641A0321}"/>
              </a:ext>
            </a:extLst>
          </p:cNvPr>
          <p:cNvSpPr/>
          <p:nvPr/>
        </p:nvSpPr>
        <p:spPr>
          <a:xfrm>
            <a:off x="7804197" y="2833641"/>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2593E93-17A6-CAFC-3902-CD51C8E98816}"/>
              </a:ext>
            </a:extLst>
          </p:cNvPr>
          <p:cNvSpPr/>
          <p:nvPr/>
        </p:nvSpPr>
        <p:spPr>
          <a:xfrm>
            <a:off x="8569486" y="2833641"/>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A68FD9C-1BC0-DA7B-7759-F505077CB949}"/>
              </a:ext>
            </a:extLst>
          </p:cNvPr>
          <p:cNvSpPr/>
          <p:nvPr/>
        </p:nvSpPr>
        <p:spPr>
          <a:xfrm>
            <a:off x="9168122" y="2833641"/>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40363FF-837F-2936-AD31-47B0D84A7804}"/>
              </a:ext>
            </a:extLst>
          </p:cNvPr>
          <p:cNvSpPr/>
          <p:nvPr/>
        </p:nvSpPr>
        <p:spPr>
          <a:xfrm>
            <a:off x="9924599" y="2833641"/>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59709DE-5653-2FE0-870E-1C348CBF81C0}"/>
              </a:ext>
            </a:extLst>
          </p:cNvPr>
          <p:cNvSpPr/>
          <p:nvPr/>
        </p:nvSpPr>
        <p:spPr>
          <a:xfrm>
            <a:off x="9768909" y="2833641"/>
            <a:ext cx="166653" cy="59863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36F2874-359F-E13C-4DA3-2A5DAA474BDC}"/>
              </a:ext>
            </a:extLst>
          </p:cNvPr>
          <p:cNvSpPr/>
          <p:nvPr/>
        </p:nvSpPr>
        <p:spPr>
          <a:xfrm>
            <a:off x="8402833" y="2833641"/>
            <a:ext cx="166653" cy="59863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B669A9C-00CA-C597-B883-91A33B3D6B4B}"/>
              </a:ext>
            </a:extLst>
          </p:cNvPr>
          <p:cNvSpPr/>
          <p:nvPr/>
        </p:nvSpPr>
        <p:spPr>
          <a:xfrm>
            <a:off x="10523234" y="2833641"/>
            <a:ext cx="1297085" cy="598636"/>
          </a:xfrm>
          <a:prstGeom prst="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B7165BD9-F6D8-2BB0-A370-6439D30907D8}"/>
              </a:ext>
            </a:extLst>
          </p:cNvPr>
          <p:cNvSpPr/>
          <p:nvPr/>
        </p:nvSpPr>
        <p:spPr>
          <a:xfrm>
            <a:off x="5865161" y="3973943"/>
            <a:ext cx="6007287" cy="1323439"/>
          </a:xfrm>
          <a:prstGeom prst="rect">
            <a:avLst/>
          </a:prstGeom>
          <a:noFill/>
        </p:spPr>
        <p:txBody>
          <a:bodyPr wrap="none" lIns="91440" tIns="45720" rIns="91440" bIns="45720">
            <a:spAutoFit/>
          </a:bodyPr>
          <a:lstStyle/>
          <a:p>
            <a:pPr algn="ctr"/>
            <a:r>
              <a:rPr lang="en-US" sz="8000" b="1" cap="none" spc="0" dirty="0">
                <a:ln w="22225">
                  <a:solidFill>
                    <a:schemeClr val="accent2"/>
                  </a:solidFill>
                  <a:prstDash val="solid"/>
                </a:ln>
                <a:solidFill>
                  <a:schemeClr val="accent2">
                    <a:lumMod val="40000"/>
                    <a:lumOff val="60000"/>
                  </a:schemeClr>
                </a:solidFill>
                <a:effectLst/>
              </a:rPr>
              <a:t>Compression</a:t>
            </a:r>
          </a:p>
        </p:txBody>
      </p:sp>
    </p:spTree>
    <p:extLst>
      <p:ext uri="{BB962C8B-B14F-4D97-AF65-F5344CB8AC3E}">
        <p14:creationId xmlns:p14="http://schemas.microsoft.com/office/powerpoint/2010/main" val="56963760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19481-AA14-F06F-F97E-5FD2DE749A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172F0-EE68-1DDE-4962-5DEB09B12AE2}"/>
              </a:ext>
            </a:extLst>
          </p:cNvPr>
          <p:cNvSpPr>
            <a:spLocks noGrp="1"/>
          </p:cNvSpPr>
          <p:nvPr>
            <p:ph type="title"/>
          </p:nvPr>
        </p:nvSpPr>
        <p:spPr>
          <a:xfrm>
            <a:off x="612648" y="502920"/>
            <a:ext cx="4669536" cy="1453896"/>
          </a:xfrm>
        </p:spPr>
        <p:txBody>
          <a:bodyPr anchor="t">
            <a:normAutofit/>
          </a:bodyPr>
          <a:lstStyle/>
          <a:p>
            <a:r>
              <a:rPr lang="en-US" sz="4400" dirty="0"/>
              <a:t>Where does AI Belong?</a:t>
            </a:r>
          </a:p>
        </p:txBody>
      </p:sp>
      <p:pic>
        <p:nvPicPr>
          <p:cNvPr id="5" name="Content Placeholder 4" descr="Abstract  Digital concept which shows network security optimization and internet technology  ">
            <a:extLst>
              <a:ext uri="{FF2B5EF4-FFF2-40B4-BE49-F238E27FC236}">
                <a16:creationId xmlns:a16="http://schemas.microsoft.com/office/drawing/2014/main" id="{2C72AED9-4AAA-9BAF-568E-CD35AA99C43B}"/>
              </a:ext>
            </a:extLst>
          </p:cNvPr>
          <p:cNvPicPr>
            <a:picLocks noGrp="1" noChangeAspect="1"/>
          </p:cNvPicPr>
          <p:nvPr>
            <p:ph type="pic" sz="quarter" idx="15"/>
          </p:nvPr>
        </p:nvPicPr>
        <p:blipFill>
          <a:blip r:embed="rId3"/>
          <a:srcRect r="12979" b="-2"/>
          <a:stretch>
            <a:fillRect/>
          </a:stretch>
        </p:blipFill>
        <p:spPr>
          <a:xfrm>
            <a:off x="612648" y="2293938"/>
            <a:ext cx="4669536" cy="4024566"/>
          </a:xfrm>
          <a:prstGeom prst="rect">
            <a:avLst/>
          </a:prstGeom>
          <a:noFill/>
        </p:spPr>
      </p:pic>
      <p:sp>
        <p:nvSpPr>
          <p:cNvPr id="7" name="Rectangle 6">
            <a:extLst>
              <a:ext uri="{FF2B5EF4-FFF2-40B4-BE49-F238E27FC236}">
                <a16:creationId xmlns:a16="http://schemas.microsoft.com/office/drawing/2014/main" id="{8D83395D-6310-201C-4A27-6224D1266D47}"/>
              </a:ext>
            </a:extLst>
          </p:cNvPr>
          <p:cNvSpPr/>
          <p:nvPr/>
        </p:nvSpPr>
        <p:spPr>
          <a:xfrm>
            <a:off x="5841635" y="2833641"/>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74BAD6F-38AD-6D46-7288-CCC3367E3B70}"/>
              </a:ext>
            </a:extLst>
          </p:cNvPr>
          <p:cNvSpPr/>
          <p:nvPr/>
        </p:nvSpPr>
        <p:spPr>
          <a:xfrm>
            <a:off x="6440271" y="2833641"/>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3BE81F2-9488-E169-D3F3-BE8C9DB06C7A}"/>
              </a:ext>
            </a:extLst>
          </p:cNvPr>
          <p:cNvSpPr/>
          <p:nvPr/>
        </p:nvSpPr>
        <p:spPr>
          <a:xfrm>
            <a:off x="7049871" y="2833641"/>
            <a:ext cx="166653" cy="59863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0A44684-C993-BAF8-2849-036EACE629CA}"/>
              </a:ext>
            </a:extLst>
          </p:cNvPr>
          <p:cNvSpPr/>
          <p:nvPr/>
        </p:nvSpPr>
        <p:spPr>
          <a:xfrm>
            <a:off x="7205561" y="2833641"/>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6348CC-AA80-A12C-EA61-E5181DF2AD2A}"/>
              </a:ext>
            </a:extLst>
          </p:cNvPr>
          <p:cNvSpPr/>
          <p:nvPr/>
        </p:nvSpPr>
        <p:spPr>
          <a:xfrm>
            <a:off x="7804197" y="2833641"/>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D53173E-0A56-EEF1-0C80-A7F57C2D6F13}"/>
              </a:ext>
            </a:extLst>
          </p:cNvPr>
          <p:cNvSpPr/>
          <p:nvPr/>
        </p:nvSpPr>
        <p:spPr>
          <a:xfrm>
            <a:off x="8569486" y="2833641"/>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637026B-A012-8FF2-C1B2-74CD6BFD2D3E}"/>
              </a:ext>
            </a:extLst>
          </p:cNvPr>
          <p:cNvSpPr/>
          <p:nvPr/>
        </p:nvSpPr>
        <p:spPr>
          <a:xfrm>
            <a:off x="9168122" y="2833641"/>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DA3FCDE-7A53-853F-F888-6B68FC814194}"/>
              </a:ext>
            </a:extLst>
          </p:cNvPr>
          <p:cNvSpPr/>
          <p:nvPr/>
        </p:nvSpPr>
        <p:spPr>
          <a:xfrm>
            <a:off x="9924599" y="2833641"/>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5C97247-5944-B372-B946-D681369F10EF}"/>
              </a:ext>
            </a:extLst>
          </p:cNvPr>
          <p:cNvSpPr/>
          <p:nvPr/>
        </p:nvSpPr>
        <p:spPr>
          <a:xfrm>
            <a:off x="9768909" y="2833641"/>
            <a:ext cx="166653" cy="59863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775A78F-CC44-2D69-616C-76399C317B88}"/>
              </a:ext>
            </a:extLst>
          </p:cNvPr>
          <p:cNvSpPr/>
          <p:nvPr/>
        </p:nvSpPr>
        <p:spPr>
          <a:xfrm>
            <a:off x="8402833" y="2833641"/>
            <a:ext cx="166653" cy="59863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E94D361-53F0-4E25-6828-C212EFB06C60}"/>
              </a:ext>
            </a:extLst>
          </p:cNvPr>
          <p:cNvSpPr/>
          <p:nvPr/>
        </p:nvSpPr>
        <p:spPr>
          <a:xfrm>
            <a:off x="10523234" y="2833641"/>
            <a:ext cx="1297085" cy="598636"/>
          </a:xfrm>
          <a:prstGeom prst="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3CBA9BC5-E285-9247-C6A7-241785F0FBAC}"/>
              </a:ext>
            </a:extLst>
          </p:cNvPr>
          <p:cNvSpPr/>
          <p:nvPr/>
        </p:nvSpPr>
        <p:spPr>
          <a:xfrm>
            <a:off x="5865161" y="3973943"/>
            <a:ext cx="6007287" cy="1323439"/>
          </a:xfrm>
          <a:prstGeom prst="rect">
            <a:avLst/>
          </a:prstGeom>
          <a:noFill/>
        </p:spPr>
        <p:txBody>
          <a:bodyPr wrap="none" lIns="91440" tIns="45720" rIns="91440" bIns="45720">
            <a:spAutoFit/>
          </a:bodyPr>
          <a:lstStyle/>
          <a:p>
            <a:pPr algn="ctr"/>
            <a:r>
              <a:rPr lang="en-US" sz="8000" b="1" cap="none" spc="0" dirty="0">
                <a:ln w="22225">
                  <a:solidFill>
                    <a:schemeClr val="accent2"/>
                  </a:solidFill>
                  <a:prstDash val="solid"/>
                </a:ln>
                <a:solidFill>
                  <a:schemeClr val="accent2">
                    <a:lumMod val="40000"/>
                    <a:lumOff val="60000"/>
                  </a:schemeClr>
                </a:solidFill>
                <a:effectLst/>
              </a:rPr>
              <a:t>Compression</a:t>
            </a:r>
          </a:p>
        </p:txBody>
      </p:sp>
      <p:sp>
        <p:nvSpPr>
          <p:cNvPr id="12" name="Rectangle 11">
            <a:extLst>
              <a:ext uri="{FF2B5EF4-FFF2-40B4-BE49-F238E27FC236}">
                <a16:creationId xmlns:a16="http://schemas.microsoft.com/office/drawing/2014/main" id="{04575030-ACD0-670A-6731-6B088B12DC5B}"/>
              </a:ext>
            </a:extLst>
          </p:cNvPr>
          <p:cNvSpPr/>
          <p:nvPr/>
        </p:nvSpPr>
        <p:spPr>
          <a:xfrm>
            <a:off x="6956445" y="577650"/>
            <a:ext cx="3560910" cy="1323439"/>
          </a:xfrm>
          <a:prstGeom prst="rect">
            <a:avLst/>
          </a:prstGeom>
          <a:noFill/>
        </p:spPr>
        <p:txBody>
          <a:bodyPr wrap="none" lIns="91440" tIns="45720" rIns="91440" bIns="45720">
            <a:spAutoFit/>
          </a:bodyPr>
          <a:lstStyle/>
          <a:p>
            <a:pPr algn="ctr"/>
            <a:r>
              <a:rPr lang="en-US" sz="8000" b="1" cap="none" spc="0" dirty="0">
                <a:ln w="22225">
                  <a:solidFill>
                    <a:schemeClr val="accent2"/>
                  </a:solidFill>
                  <a:prstDash val="solid"/>
                </a:ln>
                <a:solidFill>
                  <a:schemeClr val="accent2">
                    <a:lumMod val="40000"/>
                    <a:lumOff val="60000"/>
                  </a:schemeClr>
                </a:solidFill>
                <a:effectLst/>
              </a:rPr>
              <a:t>Context</a:t>
            </a:r>
          </a:p>
        </p:txBody>
      </p:sp>
    </p:spTree>
    <p:extLst>
      <p:ext uri="{BB962C8B-B14F-4D97-AF65-F5344CB8AC3E}">
        <p14:creationId xmlns:p14="http://schemas.microsoft.com/office/powerpoint/2010/main" val="263272291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82830-F01E-94BA-E16A-B36FFA4692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21B248-D08C-724F-D33E-D7F4C428537C}"/>
              </a:ext>
            </a:extLst>
          </p:cNvPr>
          <p:cNvSpPr>
            <a:spLocks noGrp="1"/>
          </p:cNvSpPr>
          <p:nvPr>
            <p:ph type="title"/>
          </p:nvPr>
        </p:nvSpPr>
        <p:spPr>
          <a:xfrm>
            <a:off x="612648" y="502920"/>
            <a:ext cx="4669536" cy="1453896"/>
          </a:xfrm>
        </p:spPr>
        <p:txBody>
          <a:bodyPr anchor="t">
            <a:normAutofit/>
          </a:bodyPr>
          <a:lstStyle/>
          <a:p>
            <a:r>
              <a:rPr lang="en-US" sz="4400" dirty="0"/>
              <a:t>Where does AI Belong?</a:t>
            </a:r>
          </a:p>
        </p:txBody>
      </p:sp>
      <p:pic>
        <p:nvPicPr>
          <p:cNvPr id="5" name="Content Placeholder 4" descr="Abstract  Digital concept which shows network security optimization and internet technology  ">
            <a:extLst>
              <a:ext uri="{FF2B5EF4-FFF2-40B4-BE49-F238E27FC236}">
                <a16:creationId xmlns:a16="http://schemas.microsoft.com/office/drawing/2014/main" id="{EA9ED319-250E-5821-DF7D-2458738CD738}"/>
              </a:ext>
            </a:extLst>
          </p:cNvPr>
          <p:cNvPicPr>
            <a:picLocks noGrp="1" noChangeAspect="1"/>
          </p:cNvPicPr>
          <p:nvPr>
            <p:ph type="pic" sz="quarter" idx="15"/>
          </p:nvPr>
        </p:nvPicPr>
        <p:blipFill>
          <a:blip r:embed="rId3"/>
          <a:srcRect r="12979" b="-2"/>
          <a:stretch>
            <a:fillRect/>
          </a:stretch>
        </p:blipFill>
        <p:spPr>
          <a:xfrm>
            <a:off x="612648" y="2293938"/>
            <a:ext cx="4669536" cy="4024566"/>
          </a:xfrm>
          <a:prstGeom prst="rect">
            <a:avLst/>
          </a:prstGeom>
          <a:noFill/>
        </p:spPr>
      </p:pic>
      <p:sp>
        <p:nvSpPr>
          <p:cNvPr id="7" name="Rectangle 6">
            <a:extLst>
              <a:ext uri="{FF2B5EF4-FFF2-40B4-BE49-F238E27FC236}">
                <a16:creationId xmlns:a16="http://schemas.microsoft.com/office/drawing/2014/main" id="{EA05639E-AC16-4352-44C4-A046ACCBEC69}"/>
              </a:ext>
            </a:extLst>
          </p:cNvPr>
          <p:cNvSpPr/>
          <p:nvPr/>
        </p:nvSpPr>
        <p:spPr>
          <a:xfrm>
            <a:off x="5841635" y="2833641"/>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FCF5F1C-544C-1676-343A-4E21CAF49025}"/>
              </a:ext>
            </a:extLst>
          </p:cNvPr>
          <p:cNvSpPr/>
          <p:nvPr/>
        </p:nvSpPr>
        <p:spPr>
          <a:xfrm>
            <a:off x="6609948" y="2833641"/>
            <a:ext cx="166653" cy="59863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E566B7E-05F9-E325-4DE5-94B5163AFCC1}"/>
              </a:ext>
            </a:extLst>
          </p:cNvPr>
          <p:cNvSpPr/>
          <p:nvPr/>
        </p:nvSpPr>
        <p:spPr>
          <a:xfrm>
            <a:off x="6765638" y="2833641"/>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8A58595-8BD7-F6FC-CF2B-53E78423B663}"/>
              </a:ext>
            </a:extLst>
          </p:cNvPr>
          <p:cNvSpPr/>
          <p:nvPr/>
        </p:nvSpPr>
        <p:spPr>
          <a:xfrm>
            <a:off x="7697581"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2180B80-32FB-70AC-DEE8-702FCD3F2EE7}"/>
              </a:ext>
            </a:extLst>
          </p:cNvPr>
          <p:cNvSpPr/>
          <p:nvPr/>
        </p:nvSpPr>
        <p:spPr>
          <a:xfrm>
            <a:off x="8609749"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15C6174-6D03-1098-2EAE-22E682750AA7}"/>
              </a:ext>
            </a:extLst>
          </p:cNvPr>
          <p:cNvSpPr/>
          <p:nvPr/>
        </p:nvSpPr>
        <p:spPr>
          <a:xfrm>
            <a:off x="8454059" y="2830364"/>
            <a:ext cx="166653" cy="59863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792BC8D-CA06-7CF4-FE60-551183DF184A}"/>
              </a:ext>
            </a:extLst>
          </p:cNvPr>
          <p:cNvSpPr/>
          <p:nvPr/>
        </p:nvSpPr>
        <p:spPr>
          <a:xfrm>
            <a:off x="7530928" y="2830364"/>
            <a:ext cx="166653" cy="59863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0BE1336-FEEF-F163-4BEB-CF17080EBD21}"/>
              </a:ext>
            </a:extLst>
          </p:cNvPr>
          <p:cNvSpPr/>
          <p:nvPr/>
        </p:nvSpPr>
        <p:spPr>
          <a:xfrm>
            <a:off x="9208386" y="2833641"/>
            <a:ext cx="2611934" cy="598636"/>
          </a:xfrm>
          <a:prstGeom prst="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907DD57D-CFED-B13A-B8E4-8DB2438E59BF}"/>
              </a:ext>
            </a:extLst>
          </p:cNvPr>
          <p:cNvSpPr/>
          <p:nvPr/>
        </p:nvSpPr>
        <p:spPr>
          <a:xfrm>
            <a:off x="5901451" y="3903790"/>
            <a:ext cx="6007286" cy="2554545"/>
          </a:xfrm>
          <a:prstGeom prst="rect">
            <a:avLst/>
          </a:prstGeom>
          <a:noFill/>
        </p:spPr>
        <p:txBody>
          <a:bodyPr wrap="none" lIns="91440" tIns="45720" rIns="91440" bIns="45720">
            <a:spAutoFit/>
          </a:bodyPr>
          <a:lstStyle/>
          <a:p>
            <a:pPr algn="ctr"/>
            <a:r>
              <a:rPr lang="en-US" sz="8000" b="1" cap="none" spc="0" dirty="0">
                <a:ln w="22225">
                  <a:solidFill>
                    <a:schemeClr val="accent2"/>
                  </a:solidFill>
                  <a:prstDash val="solid"/>
                </a:ln>
                <a:solidFill>
                  <a:schemeClr val="accent2">
                    <a:lumMod val="40000"/>
                    <a:lumOff val="60000"/>
                  </a:schemeClr>
                </a:solidFill>
                <a:effectLst/>
              </a:rPr>
              <a:t>Better</a:t>
            </a:r>
          </a:p>
          <a:p>
            <a:pPr algn="ctr"/>
            <a:r>
              <a:rPr lang="en-US" sz="8000" b="1" dirty="0">
                <a:ln w="22225">
                  <a:solidFill>
                    <a:schemeClr val="accent2"/>
                  </a:solidFill>
                  <a:prstDash val="solid"/>
                </a:ln>
                <a:solidFill>
                  <a:schemeClr val="accent2">
                    <a:lumMod val="40000"/>
                    <a:lumOff val="60000"/>
                  </a:schemeClr>
                </a:solidFill>
              </a:rPr>
              <a:t>Compression</a:t>
            </a:r>
            <a:endParaRPr lang="en-US" sz="8000" b="1" cap="none" spc="0" dirty="0">
              <a:ln w="22225">
                <a:solidFill>
                  <a:schemeClr val="accent2"/>
                </a:solidFill>
                <a:prstDash val="solid"/>
              </a:ln>
              <a:solidFill>
                <a:schemeClr val="accent2">
                  <a:lumMod val="40000"/>
                  <a:lumOff val="60000"/>
                </a:schemeClr>
              </a:solidFill>
              <a:effectLst/>
            </a:endParaRPr>
          </a:p>
        </p:txBody>
      </p:sp>
      <p:sp>
        <p:nvSpPr>
          <p:cNvPr id="12" name="Rectangle 11">
            <a:extLst>
              <a:ext uri="{FF2B5EF4-FFF2-40B4-BE49-F238E27FC236}">
                <a16:creationId xmlns:a16="http://schemas.microsoft.com/office/drawing/2014/main" id="{6DC513F4-E5AE-AED5-8A2A-879D571E154A}"/>
              </a:ext>
            </a:extLst>
          </p:cNvPr>
          <p:cNvSpPr/>
          <p:nvPr/>
        </p:nvSpPr>
        <p:spPr>
          <a:xfrm>
            <a:off x="5544295" y="577650"/>
            <a:ext cx="6385211" cy="1323439"/>
          </a:xfrm>
          <a:prstGeom prst="rect">
            <a:avLst/>
          </a:prstGeom>
          <a:noFill/>
        </p:spPr>
        <p:txBody>
          <a:bodyPr wrap="none" lIns="91440" tIns="45720" rIns="91440" bIns="45720">
            <a:spAutoFit/>
          </a:bodyPr>
          <a:lstStyle/>
          <a:p>
            <a:pPr algn="ctr"/>
            <a:r>
              <a:rPr lang="en-US" sz="8000" b="1" cap="none" spc="0" dirty="0">
                <a:ln w="22225">
                  <a:solidFill>
                    <a:schemeClr val="accent2"/>
                  </a:solidFill>
                  <a:prstDash val="solid"/>
                </a:ln>
                <a:solidFill>
                  <a:schemeClr val="accent2">
                    <a:lumMod val="40000"/>
                    <a:lumOff val="60000"/>
                  </a:schemeClr>
                </a:solidFill>
                <a:effectLst/>
              </a:rPr>
              <a:t>Better Context</a:t>
            </a:r>
          </a:p>
        </p:txBody>
      </p:sp>
      <p:sp>
        <p:nvSpPr>
          <p:cNvPr id="15" name="Rectangle 14">
            <a:extLst>
              <a:ext uri="{FF2B5EF4-FFF2-40B4-BE49-F238E27FC236}">
                <a16:creationId xmlns:a16="http://schemas.microsoft.com/office/drawing/2014/main" id="{29892087-EEDE-7865-BFDE-63391AFF6B0E}"/>
              </a:ext>
            </a:extLst>
          </p:cNvPr>
          <p:cNvSpPr/>
          <p:nvPr/>
        </p:nvSpPr>
        <p:spPr>
          <a:xfrm>
            <a:off x="6440271" y="2833641"/>
            <a:ext cx="166653" cy="59863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AFE27EB-DE1E-EE43-5FA4-178F16780580}"/>
              </a:ext>
            </a:extLst>
          </p:cNvPr>
          <p:cNvSpPr/>
          <p:nvPr/>
        </p:nvSpPr>
        <p:spPr>
          <a:xfrm>
            <a:off x="7364274" y="2830364"/>
            <a:ext cx="166653" cy="59863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2B69063-A1AD-A03D-1D70-1A02A5AE111F}"/>
              </a:ext>
            </a:extLst>
          </p:cNvPr>
          <p:cNvSpPr/>
          <p:nvPr/>
        </p:nvSpPr>
        <p:spPr>
          <a:xfrm>
            <a:off x="8288277" y="2830364"/>
            <a:ext cx="166653" cy="59863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151602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74E95308-5504-4600-EFA5-9B1C9BC30A4C}"/>
              </a:ext>
            </a:extLst>
          </p:cNvPr>
          <p:cNvGraphicFramePr/>
          <p:nvPr>
            <p:extLst>
              <p:ext uri="{D42A27DB-BD31-4B8C-83A1-F6EECF244321}">
                <p14:modId xmlns:p14="http://schemas.microsoft.com/office/powerpoint/2010/main" val="1000716407"/>
              </p:ext>
            </p:extLst>
          </p:nvPr>
        </p:nvGraphicFramePr>
        <p:xfrm>
          <a:off x="407324" y="324196"/>
          <a:ext cx="11367654" cy="6201295"/>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FF2B5EF4-FFF2-40B4-BE49-F238E27FC236}">
                <a16:creationId xmlns:a16="http://schemas.microsoft.com/office/drawing/2014/main" id="{F48EAC70-1974-9537-6EBD-F545895E1582}"/>
              </a:ext>
            </a:extLst>
          </p:cNvPr>
          <p:cNvSpPr/>
          <p:nvPr/>
        </p:nvSpPr>
        <p:spPr>
          <a:xfrm>
            <a:off x="5869709" y="1085273"/>
            <a:ext cx="5905269" cy="4862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9281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45E28-A30F-770F-AF6A-0A3F6EEE4F72}"/>
            </a:ext>
          </a:extLst>
        </p:cNvPr>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0B185E82-E4BC-4ECC-D1E9-D834556BA0A8}"/>
              </a:ext>
            </a:extLst>
          </p:cNvPr>
          <p:cNvGraphicFramePr/>
          <p:nvPr>
            <p:extLst>
              <p:ext uri="{D42A27DB-BD31-4B8C-83A1-F6EECF244321}">
                <p14:modId xmlns:p14="http://schemas.microsoft.com/office/powerpoint/2010/main" val="633960725"/>
              </p:ext>
            </p:extLst>
          </p:nvPr>
        </p:nvGraphicFramePr>
        <p:xfrm>
          <a:off x="407324" y="324196"/>
          <a:ext cx="11367654" cy="620129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346992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54ABE-AD39-5150-9A10-B0953E22D06B}"/>
              </a:ext>
            </a:extLst>
          </p:cNvPr>
          <p:cNvSpPr>
            <a:spLocks noGrp="1"/>
          </p:cNvSpPr>
          <p:nvPr>
            <p:ph type="title"/>
          </p:nvPr>
        </p:nvSpPr>
        <p:spPr>
          <a:xfrm>
            <a:off x="612648" y="2093976"/>
            <a:ext cx="8229600" cy="4178808"/>
          </a:xfrm>
        </p:spPr>
        <p:txBody>
          <a:bodyPr anchor="b">
            <a:normAutofit/>
          </a:bodyPr>
          <a:lstStyle/>
          <a:p>
            <a:r>
              <a:rPr lang="en-US"/>
              <a:t>Challenges in AI Integration</a:t>
            </a:r>
          </a:p>
        </p:txBody>
      </p:sp>
    </p:spTree>
    <p:extLst>
      <p:ext uri="{BB962C8B-B14F-4D97-AF65-F5344CB8AC3E}">
        <p14:creationId xmlns:p14="http://schemas.microsoft.com/office/powerpoint/2010/main" val="6119911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F7B52-DB0E-621B-36BB-4E9CE1D0D39E}"/>
              </a:ext>
            </a:extLst>
          </p:cNvPr>
          <p:cNvSpPr>
            <a:spLocks noGrp="1"/>
          </p:cNvSpPr>
          <p:nvPr>
            <p:ph type="title"/>
          </p:nvPr>
        </p:nvSpPr>
        <p:spPr/>
        <p:txBody>
          <a:bodyPr>
            <a:normAutofit/>
          </a:bodyPr>
          <a:lstStyle/>
          <a:p>
            <a:r>
              <a:rPr lang="en-US" sz="5400" dirty="0"/>
              <a:t>How do we integrate with AI?</a:t>
            </a:r>
          </a:p>
        </p:txBody>
      </p:sp>
      <p:sp>
        <p:nvSpPr>
          <p:cNvPr id="3" name="Content Placeholder 2">
            <a:extLst>
              <a:ext uri="{FF2B5EF4-FFF2-40B4-BE49-F238E27FC236}">
                <a16:creationId xmlns:a16="http://schemas.microsoft.com/office/drawing/2014/main" id="{463A2EAD-EB1D-5C79-EB66-BCB5A4552F38}"/>
              </a:ext>
            </a:extLst>
          </p:cNvPr>
          <p:cNvSpPr>
            <a:spLocks noGrp="1"/>
          </p:cNvSpPr>
          <p:nvPr>
            <p:ph sz="quarter" idx="13"/>
          </p:nvPr>
        </p:nvSpPr>
        <p:spPr/>
        <p:txBody>
          <a:bodyPr>
            <a:normAutofit/>
          </a:bodyPr>
          <a:lstStyle/>
          <a:p>
            <a:r>
              <a:rPr lang="en-US" sz="4000" dirty="0"/>
              <a:t>Custom trained models?</a:t>
            </a:r>
          </a:p>
          <a:p>
            <a:r>
              <a:rPr lang="en-US" sz="4000" dirty="0"/>
              <a:t>Retrieval Augmented Graphs?</a:t>
            </a:r>
          </a:p>
          <a:p>
            <a:r>
              <a:rPr lang="en-US" sz="4000" dirty="0"/>
              <a:t>Custom connection to each data source?</a:t>
            </a:r>
          </a:p>
          <a:p>
            <a:r>
              <a:rPr lang="en-US" sz="4000" dirty="0"/>
              <a:t>We need a standardized interface!</a:t>
            </a:r>
          </a:p>
        </p:txBody>
      </p:sp>
    </p:spTree>
    <p:extLst>
      <p:ext uri="{BB962C8B-B14F-4D97-AF65-F5344CB8AC3E}">
        <p14:creationId xmlns:p14="http://schemas.microsoft.com/office/powerpoint/2010/main" val="2097777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90AC0-339C-2607-2B51-4EDFE0689002}"/>
              </a:ext>
            </a:extLst>
          </p:cNvPr>
          <p:cNvSpPr>
            <a:spLocks noGrp="1"/>
          </p:cNvSpPr>
          <p:nvPr>
            <p:ph type="title"/>
          </p:nvPr>
        </p:nvSpPr>
        <p:spPr>
          <a:xfrm>
            <a:off x="612648" y="2093976"/>
            <a:ext cx="8229600" cy="4178808"/>
          </a:xfrm>
        </p:spPr>
        <p:txBody>
          <a:bodyPr anchor="b">
            <a:normAutofit/>
          </a:bodyPr>
          <a:lstStyle/>
          <a:p>
            <a:r>
              <a:rPr lang="en-US"/>
              <a:t>Introducing the Model Context Protocol (MCP)</a:t>
            </a:r>
          </a:p>
        </p:txBody>
      </p:sp>
    </p:spTree>
    <p:extLst>
      <p:ext uri="{BB962C8B-B14F-4D97-AF65-F5344CB8AC3E}">
        <p14:creationId xmlns:p14="http://schemas.microsoft.com/office/powerpoint/2010/main" val="37131430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E8214-F416-30F6-F13D-5AC873FABA16}"/>
              </a:ext>
            </a:extLst>
          </p:cNvPr>
          <p:cNvSpPr>
            <a:spLocks noGrp="1"/>
          </p:cNvSpPr>
          <p:nvPr>
            <p:ph type="title"/>
          </p:nvPr>
        </p:nvSpPr>
        <p:spPr>
          <a:xfrm>
            <a:off x="612648" y="502920"/>
            <a:ext cx="4669536" cy="1453896"/>
          </a:xfrm>
        </p:spPr>
        <p:txBody>
          <a:bodyPr anchor="t">
            <a:normAutofit/>
          </a:bodyPr>
          <a:lstStyle/>
          <a:p>
            <a:r>
              <a:rPr lang="en-US" sz="4800" dirty="0"/>
              <a:t>Overview and Architecture</a:t>
            </a:r>
          </a:p>
        </p:txBody>
      </p:sp>
      <p:pic>
        <p:nvPicPr>
          <p:cNvPr id="5" name="Content Placeholder 4" descr="Blockchain, Data, Internet, Security System, Computer Network">
            <a:extLst>
              <a:ext uri="{FF2B5EF4-FFF2-40B4-BE49-F238E27FC236}">
                <a16:creationId xmlns:a16="http://schemas.microsoft.com/office/drawing/2014/main" id="{903976E1-1BC0-421E-9261-1FBE32BF9918}"/>
              </a:ext>
            </a:extLst>
          </p:cNvPr>
          <p:cNvPicPr>
            <a:picLocks noGrp="1" noChangeAspect="1"/>
          </p:cNvPicPr>
          <p:nvPr>
            <p:ph type="pic" sz="quarter" idx="15"/>
          </p:nvPr>
        </p:nvPicPr>
        <p:blipFill>
          <a:blip r:embed="rId3"/>
          <a:srcRect l="6562" r="28174"/>
          <a:stretch>
            <a:fillRect/>
          </a:stretch>
        </p:blipFill>
        <p:spPr>
          <a:xfrm>
            <a:off x="612648" y="2293938"/>
            <a:ext cx="4669536" cy="4024566"/>
          </a:xfrm>
          <a:prstGeom prst="rect">
            <a:avLst/>
          </a:prstGeom>
          <a:noFill/>
        </p:spPr>
      </p:pic>
      <p:sp>
        <p:nvSpPr>
          <p:cNvPr id="4" name="Content Placeholder 3">
            <a:extLst>
              <a:ext uri="{FF2B5EF4-FFF2-40B4-BE49-F238E27FC236}">
                <a16:creationId xmlns:a16="http://schemas.microsoft.com/office/drawing/2014/main" id="{86D29D08-75C8-A7EB-9CF8-1A07D499802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sz="4400" b="1" dirty="0"/>
              <a:t>Universal AI Connector</a:t>
            </a:r>
          </a:p>
          <a:p>
            <a:pPr marL="0" indent="0">
              <a:spcBef>
                <a:spcPts val="2500"/>
              </a:spcBef>
              <a:buFont typeface="Arial" panose="020B0604020202020204" pitchFamily="34" charset="0"/>
              <a:buNone/>
            </a:pPr>
            <a:r>
              <a:rPr lang="en-US" sz="4400" b="1" dirty="0"/>
              <a:t>Client-Server Architecture</a:t>
            </a:r>
          </a:p>
          <a:p>
            <a:pPr marL="0" indent="0">
              <a:spcBef>
                <a:spcPts val="2500"/>
              </a:spcBef>
              <a:buFont typeface="Arial" panose="020B0604020202020204" pitchFamily="34" charset="0"/>
              <a:buNone/>
            </a:pPr>
            <a:r>
              <a:rPr lang="en-US" sz="4400" b="1" dirty="0"/>
              <a:t>Standardized Tool Interface</a:t>
            </a:r>
          </a:p>
        </p:txBody>
      </p:sp>
    </p:spTree>
    <p:extLst>
      <p:ext uri="{BB962C8B-B14F-4D97-AF65-F5344CB8AC3E}">
        <p14:creationId xmlns:p14="http://schemas.microsoft.com/office/powerpoint/2010/main" val="17735716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BCE0F98F-81A4-9676-ABA5-73D1E335F2F8}"/>
              </a:ext>
            </a:extLst>
          </p:cNvPr>
          <p:cNvGrpSpPr/>
          <p:nvPr/>
        </p:nvGrpSpPr>
        <p:grpSpPr>
          <a:xfrm>
            <a:off x="7748282" y="594793"/>
            <a:ext cx="3581945" cy="2585319"/>
            <a:chOff x="7118947" y="560261"/>
            <a:chExt cx="3581945" cy="2585319"/>
          </a:xfrm>
        </p:grpSpPr>
        <p:sp>
          <p:nvSpPr>
            <p:cNvPr id="9" name="Rectangle 8">
              <a:extLst>
                <a:ext uri="{FF2B5EF4-FFF2-40B4-BE49-F238E27FC236}">
                  <a16:creationId xmlns:a16="http://schemas.microsoft.com/office/drawing/2014/main" id="{4C5D7E8D-EB66-B353-DE32-728A300D650D}"/>
                </a:ext>
              </a:extLst>
            </p:cNvPr>
            <p:cNvSpPr/>
            <p:nvPr/>
          </p:nvSpPr>
          <p:spPr>
            <a:xfrm>
              <a:off x="7799810" y="1593073"/>
              <a:ext cx="2901082" cy="1552507"/>
            </a:xfrm>
            <a:prstGeom prst="rect">
              <a:avLst/>
            </a:prstGeom>
            <a:solidFill>
              <a:schemeClr val="accent4">
                <a:lumMod val="40000"/>
                <a:lumOff val="6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b"/>
            <a:lstStyle/>
            <a:p>
              <a:pPr algn="r"/>
              <a:r>
                <a:rPr lang="en-US" sz="2000" dirty="0">
                  <a:solidFill>
                    <a:schemeClr val="tx1"/>
                  </a:solidFill>
                </a:rPr>
                <a:t>Gemini</a:t>
              </a:r>
            </a:p>
          </p:txBody>
        </p:sp>
        <p:sp>
          <p:nvSpPr>
            <p:cNvPr id="8" name="Rectangle 7">
              <a:extLst>
                <a:ext uri="{FF2B5EF4-FFF2-40B4-BE49-F238E27FC236}">
                  <a16:creationId xmlns:a16="http://schemas.microsoft.com/office/drawing/2014/main" id="{2CF89677-E65D-4DE4-1892-4419F6820238}"/>
                </a:ext>
              </a:extLst>
            </p:cNvPr>
            <p:cNvSpPr/>
            <p:nvPr/>
          </p:nvSpPr>
          <p:spPr>
            <a:xfrm>
              <a:off x="7581632" y="1248248"/>
              <a:ext cx="2901082" cy="1552507"/>
            </a:xfrm>
            <a:prstGeom prst="rect">
              <a:avLst/>
            </a:prstGeom>
            <a:solidFill>
              <a:schemeClr val="accent4">
                <a:lumMod val="40000"/>
                <a:lumOff val="6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b"/>
            <a:lstStyle/>
            <a:p>
              <a:pPr algn="r"/>
              <a:r>
                <a:rPr lang="en-US" sz="2000" dirty="0">
                  <a:solidFill>
                    <a:schemeClr val="tx1"/>
                  </a:solidFill>
                </a:rPr>
                <a:t>GPT5</a:t>
              </a:r>
            </a:p>
          </p:txBody>
        </p:sp>
        <p:sp>
          <p:nvSpPr>
            <p:cNvPr id="7" name="Rectangle 6">
              <a:extLst>
                <a:ext uri="{FF2B5EF4-FFF2-40B4-BE49-F238E27FC236}">
                  <a16:creationId xmlns:a16="http://schemas.microsoft.com/office/drawing/2014/main" id="{BC53E150-BE25-B827-C3AE-8179E2C508D4}"/>
                </a:ext>
              </a:extLst>
            </p:cNvPr>
            <p:cNvSpPr/>
            <p:nvPr/>
          </p:nvSpPr>
          <p:spPr>
            <a:xfrm>
              <a:off x="7356866" y="910011"/>
              <a:ext cx="2901082" cy="1552507"/>
            </a:xfrm>
            <a:prstGeom prst="rect">
              <a:avLst/>
            </a:prstGeom>
            <a:solidFill>
              <a:schemeClr val="accent4">
                <a:lumMod val="40000"/>
                <a:lumOff val="6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b"/>
            <a:lstStyle/>
            <a:p>
              <a:pPr algn="r"/>
              <a:r>
                <a:rPr lang="en-US" sz="2000" dirty="0">
                  <a:solidFill>
                    <a:schemeClr val="tx1"/>
                  </a:solidFill>
                </a:rPr>
                <a:t>Claude Sonnet</a:t>
              </a:r>
            </a:p>
          </p:txBody>
        </p:sp>
        <p:sp>
          <p:nvSpPr>
            <p:cNvPr id="6" name="Rectangle 5">
              <a:extLst>
                <a:ext uri="{FF2B5EF4-FFF2-40B4-BE49-F238E27FC236}">
                  <a16:creationId xmlns:a16="http://schemas.microsoft.com/office/drawing/2014/main" id="{EBDF09EB-A649-CB6B-3D53-4D1EA88A3D01}"/>
                </a:ext>
              </a:extLst>
            </p:cNvPr>
            <p:cNvSpPr/>
            <p:nvPr/>
          </p:nvSpPr>
          <p:spPr>
            <a:xfrm>
              <a:off x="7118947" y="560261"/>
              <a:ext cx="2901082" cy="155250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3600" dirty="0"/>
                <a:t>LLMs</a:t>
              </a:r>
            </a:p>
          </p:txBody>
        </p:sp>
      </p:grpSp>
      <p:grpSp>
        <p:nvGrpSpPr>
          <p:cNvPr id="13" name="Group 12">
            <a:extLst>
              <a:ext uri="{FF2B5EF4-FFF2-40B4-BE49-F238E27FC236}">
                <a16:creationId xmlns:a16="http://schemas.microsoft.com/office/drawing/2014/main" id="{30CF5653-2D43-D827-6CF9-79AA6D51B6E5}"/>
              </a:ext>
            </a:extLst>
          </p:cNvPr>
          <p:cNvGrpSpPr/>
          <p:nvPr/>
        </p:nvGrpSpPr>
        <p:grpSpPr>
          <a:xfrm>
            <a:off x="394706" y="560260"/>
            <a:ext cx="3706941" cy="2619852"/>
            <a:chOff x="861773" y="560260"/>
            <a:chExt cx="3706941" cy="2619852"/>
          </a:xfrm>
        </p:grpSpPr>
        <p:sp>
          <p:nvSpPr>
            <p:cNvPr id="12" name="Rectangle 11">
              <a:extLst>
                <a:ext uri="{FF2B5EF4-FFF2-40B4-BE49-F238E27FC236}">
                  <a16:creationId xmlns:a16="http://schemas.microsoft.com/office/drawing/2014/main" id="{F640BD2E-FDBF-D6F1-9B20-91FE303A6EB8}"/>
                </a:ext>
              </a:extLst>
            </p:cNvPr>
            <p:cNvSpPr/>
            <p:nvPr/>
          </p:nvSpPr>
          <p:spPr>
            <a:xfrm>
              <a:off x="1667632" y="1627605"/>
              <a:ext cx="2901082" cy="1552507"/>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US" sz="2000" dirty="0">
                  <a:solidFill>
                    <a:schemeClr val="tx1"/>
                  </a:solidFill>
                </a:rPr>
                <a:t>JetBrains Rider</a:t>
              </a:r>
            </a:p>
          </p:txBody>
        </p:sp>
        <p:sp>
          <p:nvSpPr>
            <p:cNvPr id="11" name="Rectangle 10">
              <a:extLst>
                <a:ext uri="{FF2B5EF4-FFF2-40B4-BE49-F238E27FC236}">
                  <a16:creationId xmlns:a16="http://schemas.microsoft.com/office/drawing/2014/main" id="{775A0537-6AD1-4425-58C4-3792B1DFC7A3}"/>
                </a:ext>
              </a:extLst>
            </p:cNvPr>
            <p:cNvSpPr/>
            <p:nvPr/>
          </p:nvSpPr>
          <p:spPr>
            <a:xfrm>
              <a:off x="1420940" y="1225225"/>
              <a:ext cx="2901082" cy="1552507"/>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US" sz="2000" dirty="0">
                  <a:solidFill>
                    <a:schemeClr val="tx1"/>
                  </a:solidFill>
                </a:rPr>
                <a:t>IntelliJ</a:t>
              </a:r>
            </a:p>
          </p:txBody>
        </p:sp>
        <p:sp>
          <p:nvSpPr>
            <p:cNvPr id="10" name="Rectangle 9">
              <a:extLst>
                <a:ext uri="{FF2B5EF4-FFF2-40B4-BE49-F238E27FC236}">
                  <a16:creationId xmlns:a16="http://schemas.microsoft.com/office/drawing/2014/main" id="{8A6BAE01-C2C5-CD2A-A9E6-D4F8F48F5E73}"/>
                </a:ext>
              </a:extLst>
            </p:cNvPr>
            <p:cNvSpPr/>
            <p:nvPr/>
          </p:nvSpPr>
          <p:spPr>
            <a:xfrm>
              <a:off x="1150121" y="908369"/>
              <a:ext cx="2901082" cy="1552507"/>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US" sz="2000" dirty="0">
                  <a:solidFill>
                    <a:schemeClr val="tx1"/>
                  </a:solidFill>
                </a:rPr>
                <a:t>Visual Studio 2022</a:t>
              </a:r>
            </a:p>
          </p:txBody>
        </p:sp>
        <p:sp>
          <p:nvSpPr>
            <p:cNvPr id="5" name="Rectangle 4">
              <a:extLst>
                <a:ext uri="{FF2B5EF4-FFF2-40B4-BE49-F238E27FC236}">
                  <a16:creationId xmlns:a16="http://schemas.microsoft.com/office/drawing/2014/main" id="{0C03CC70-C8CA-0F41-F9A6-0477CE9CE4C4}"/>
                </a:ext>
              </a:extLst>
            </p:cNvPr>
            <p:cNvSpPr/>
            <p:nvPr/>
          </p:nvSpPr>
          <p:spPr>
            <a:xfrm>
              <a:off x="861773" y="560260"/>
              <a:ext cx="2901082" cy="15525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Visual Studio Code</a:t>
              </a:r>
            </a:p>
          </p:txBody>
        </p:sp>
      </p:grpSp>
      <p:grpSp>
        <p:nvGrpSpPr>
          <p:cNvPr id="18" name="Group 17">
            <a:extLst>
              <a:ext uri="{FF2B5EF4-FFF2-40B4-BE49-F238E27FC236}">
                <a16:creationId xmlns:a16="http://schemas.microsoft.com/office/drawing/2014/main" id="{303719EC-F12F-61EA-4B32-9608ACCE33B5}"/>
              </a:ext>
            </a:extLst>
          </p:cNvPr>
          <p:cNvGrpSpPr/>
          <p:nvPr/>
        </p:nvGrpSpPr>
        <p:grpSpPr>
          <a:xfrm>
            <a:off x="-1163281" y="-1027337"/>
            <a:ext cx="6088337" cy="5194226"/>
            <a:chOff x="2974536" y="755405"/>
            <a:chExt cx="6088337" cy="5194226"/>
          </a:xfrm>
        </p:grpSpPr>
        <p:pic>
          <p:nvPicPr>
            <p:cNvPr id="16" name="Picture 15" descr="A red circle with black background&#10;&#10;AI-generated content may be incorrect.">
              <a:extLst>
                <a:ext uri="{FF2B5EF4-FFF2-40B4-BE49-F238E27FC236}">
                  <a16:creationId xmlns:a16="http://schemas.microsoft.com/office/drawing/2014/main" id="{09D38318-9989-0EC8-CFC0-F47D75D96F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74536" y="755405"/>
              <a:ext cx="6088337" cy="5194226"/>
            </a:xfrm>
            <a:prstGeom prst="rect">
              <a:avLst/>
            </a:prstGeom>
          </p:spPr>
        </p:pic>
        <p:sp>
          <p:nvSpPr>
            <p:cNvPr id="17" name="TextBox 16">
              <a:extLst>
                <a:ext uri="{FF2B5EF4-FFF2-40B4-BE49-F238E27FC236}">
                  <a16:creationId xmlns:a16="http://schemas.microsoft.com/office/drawing/2014/main" id="{CD893E87-D26F-A53E-4AF2-2DFBE370C1FE}"/>
                </a:ext>
              </a:extLst>
            </p:cNvPr>
            <p:cNvSpPr txBox="1"/>
            <p:nvPr/>
          </p:nvSpPr>
          <p:spPr>
            <a:xfrm>
              <a:off x="4905298" y="4129719"/>
              <a:ext cx="2361652" cy="523220"/>
            </a:xfrm>
            <a:prstGeom prst="rect">
              <a:avLst/>
            </a:prstGeom>
            <a:noFill/>
          </p:spPr>
          <p:txBody>
            <a:bodyPr wrap="square" rtlCol="0">
              <a:spAutoFit/>
            </a:bodyPr>
            <a:lstStyle/>
            <a:p>
              <a:pPr algn="ctr"/>
              <a:r>
                <a:rPr lang="en-US" sz="2800" b="1" dirty="0">
                  <a:solidFill>
                    <a:srgbClr val="FF0000"/>
                  </a:solidFill>
                  <a:latin typeface="Calibri" panose="020F0502020204030204" pitchFamily="34" charset="0"/>
                  <a:ea typeface="Calibri" panose="020F0502020204030204" pitchFamily="34" charset="0"/>
                  <a:cs typeface="Calibri" panose="020F0502020204030204" pitchFamily="34" charset="0"/>
                </a:rPr>
                <a:t>MCP Client</a:t>
              </a:r>
            </a:p>
          </p:txBody>
        </p:sp>
      </p:grpSp>
      <p:sp>
        <p:nvSpPr>
          <p:cNvPr id="19" name="Arrow: Right 18">
            <a:extLst>
              <a:ext uri="{FF2B5EF4-FFF2-40B4-BE49-F238E27FC236}">
                <a16:creationId xmlns:a16="http://schemas.microsoft.com/office/drawing/2014/main" id="{298E6414-6D2D-9F3D-4473-27809BC7F0AF}"/>
              </a:ext>
            </a:extLst>
          </p:cNvPr>
          <p:cNvSpPr/>
          <p:nvPr/>
        </p:nvSpPr>
        <p:spPr>
          <a:xfrm>
            <a:off x="4545699" y="1219715"/>
            <a:ext cx="2901077" cy="1388872"/>
          </a:xfrm>
          <a:prstGeom prs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3600" b="1" dirty="0">
                <a:solidFill>
                  <a:schemeClr val="tx1"/>
                </a:solidFill>
                <a:latin typeface="Calibri" panose="020F0502020204030204" pitchFamily="34" charset="0"/>
                <a:ea typeface="Calibri" panose="020F0502020204030204" pitchFamily="34" charset="0"/>
                <a:cs typeface="Calibri" panose="020F0502020204030204" pitchFamily="34" charset="0"/>
              </a:rPr>
              <a:t>Uses</a:t>
            </a:r>
          </a:p>
        </p:txBody>
      </p:sp>
    </p:spTree>
    <p:extLst>
      <p:ext uri="{BB962C8B-B14F-4D97-AF65-F5344CB8AC3E}">
        <p14:creationId xmlns:p14="http://schemas.microsoft.com/office/powerpoint/2010/main" val="10148923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4B36C-3B2D-9DE4-661B-815A9F7A2F4C}"/>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C1E40B95-395A-76D4-53C0-DA5D373FF9CB}"/>
              </a:ext>
            </a:extLst>
          </p:cNvPr>
          <p:cNvGrpSpPr/>
          <p:nvPr/>
        </p:nvGrpSpPr>
        <p:grpSpPr>
          <a:xfrm>
            <a:off x="7748282" y="594793"/>
            <a:ext cx="3581945" cy="2585319"/>
            <a:chOff x="7118947" y="560261"/>
            <a:chExt cx="3581945" cy="2585319"/>
          </a:xfrm>
        </p:grpSpPr>
        <p:sp>
          <p:nvSpPr>
            <p:cNvPr id="9" name="Rectangle 8">
              <a:extLst>
                <a:ext uri="{FF2B5EF4-FFF2-40B4-BE49-F238E27FC236}">
                  <a16:creationId xmlns:a16="http://schemas.microsoft.com/office/drawing/2014/main" id="{5CC5CD8A-F283-6F75-ECB4-BB68BF872B5C}"/>
                </a:ext>
              </a:extLst>
            </p:cNvPr>
            <p:cNvSpPr/>
            <p:nvPr/>
          </p:nvSpPr>
          <p:spPr>
            <a:xfrm>
              <a:off x="7799810" y="1593073"/>
              <a:ext cx="2901082" cy="1552507"/>
            </a:xfrm>
            <a:prstGeom prst="rect">
              <a:avLst/>
            </a:prstGeom>
            <a:solidFill>
              <a:schemeClr val="accent4">
                <a:lumMod val="40000"/>
                <a:lumOff val="6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b"/>
            <a:lstStyle/>
            <a:p>
              <a:pPr algn="r"/>
              <a:r>
                <a:rPr lang="en-US" sz="2000" dirty="0">
                  <a:solidFill>
                    <a:schemeClr val="tx1"/>
                  </a:solidFill>
                </a:rPr>
                <a:t>Gemini</a:t>
              </a:r>
            </a:p>
          </p:txBody>
        </p:sp>
        <p:sp>
          <p:nvSpPr>
            <p:cNvPr id="8" name="Rectangle 7">
              <a:extLst>
                <a:ext uri="{FF2B5EF4-FFF2-40B4-BE49-F238E27FC236}">
                  <a16:creationId xmlns:a16="http://schemas.microsoft.com/office/drawing/2014/main" id="{62C299F3-886B-77E5-EE68-37F910D7F9AE}"/>
                </a:ext>
              </a:extLst>
            </p:cNvPr>
            <p:cNvSpPr/>
            <p:nvPr/>
          </p:nvSpPr>
          <p:spPr>
            <a:xfrm>
              <a:off x="7581632" y="1248248"/>
              <a:ext cx="2901082" cy="1552507"/>
            </a:xfrm>
            <a:prstGeom prst="rect">
              <a:avLst/>
            </a:prstGeom>
            <a:solidFill>
              <a:schemeClr val="accent4">
                <a:lumMod val="40000"/>
                <a:lumOff val="6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b"/>
            <a:lstStyle/>
            <a:p>
              <a:pPr algn="r"/>
              <a:r>
                <a:rPr lang="en-US" sz="2000" dirty="0">
                  <a:solidFill>
                    <a:schemeClr val="tx1"/>
                  </a:solidFill>
                </a:rPr>
                <a:t>GPT5</a:t>
              </a:r>
            </a:p>
          </p:txBody>
        </p:sp>
        <p:sp>
          <p:nvSpPr>
            <p:cNvPr id="7" name="Rectangle 6">
              <a:extLst>
                <a:ext uri="{FF2B5EF4-FFF2-40B4-BE49-F238E27FC236}">
                  <a16:creationId xmlns:a16="http://schemas.microsoft.com/office/drawing/2014/main" id="{57FB913E-13FC-B74E-6C7C-427557E223FC}"/>
                </a:ext>
              </a:extLst>
            </p:cNvPr>
            <p:cNvSpPr/>
            <p:nvPr/>
          </p:nvSpPr>
          <p:spPr>
            <a:xfrm>
              <a:off x="7356866" y="910011"/>
              <a:ext cx="2901082" cy="1552507"/>
            </a:xfrm>
            <a:prstGeom prst="rect">
              <a:avLst/>
            </a:prstGeom>
            <a:solidFill>
              <a:schemeClr val="accent4">
                <a:lumMod val="40000"/>
                <a:lumOff val="6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b"/>
            <a:lstStyle/>
            <a:p>
              <a:pPr algn="r"/>
              <a:r>
                <a:rPr lang="en-US" sz="2000" dirty="0">
                  <a:solidFill>
                    <a:schemeClr val="tx1"/>
                  </a:solidFill>
                </a:rPr>
                <a:t>Claude Sonnet</a:t>
              </a:r>
            </a:p>
          </p:txBody>
        </p:sp>
        <p:sp>
          <p:nvSpPr>
            <p:cNvPr id="6" name="Rectangle 5">
              <a:extLst>
                <a:ext uri="{FF2B5EF4-FFF2-40B4-BE49-F238E27FC236}">
                  <a16:creationId xmlns:a16="http://schemas.microsoft.com/office/drawing/2014/main" id="{DEC1DC4F-8672-BA1C-34F5-BF6E364761BE}"/>
                </a:ext>
              </a:extLst>
            </p:cNvPr>
            <p:cNvSpPr/>
            <p:nvPr/>
          </p:nvSpPr>
          <p:spPr>
            <a:xfrm>
              <a:off x="7118947" y="560261"/>
              <a:ext cx="2901082" cy="155250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3600" dirty="0"/>
                <a:t>LLMs</a:t>
              </a:r>
            </a:p>
          </p:txBody>
        </p:sp>
      </p:grpSp>
      <p:grpSp>
        <p:nvGrpSpPr>
          <p:cNvPr id="13" name="Group 12">
            <a:extLst>
              <a:ext uri="{FF2B5EF4-FFF2-40B4-BE49-F238E27FC236}">
                <a16:creationId xmlns:a16="http://schemas.microsoft.com/office/drawing/2014/main" id="{09081F79-09AC-8A9D-6488-9A134A399123}"/>
              </a:ext>
            </a:extLst>
          </p:cNvPr>
          <p:cNvGrpSpPr/>
          <p:nvPr/>
        </p:nvGrpSpPr>
        <p:grpSpPr>
          <a:xfrm>
            <a:off x="394706" y="560260"/>
            <a:ext cx="3706941" cy="2619852"/>
            <a:chOff x="861773" y="560260"/>
            <a:chExt cx="3706941" cy="2619852"/>
          </a:xfrm>
        </p:grpSpPr>
        <p:sp>
          <p:nvSpPr>
            <p:cNvPr id="12" name="Rectangle 11">
              <a:extLst>
                <a:ext uri="{FF2B5EF4-FFF2-40B4-BE49-F238E27FC236}">
                  <a16:creationId xmlns:a16="http://schemas.microsoft.com/office/drawing/2014/main" id="{F0DB17CC-87E1-ED7A-A8A7-A090398153BF}"/>
                </a:ext>
              </a:extLst>
            </p:cNvPr>
            <p:cNvSpPr/>
            <p:nvPr/>
          </p:nvSpPr>
          <p:spPr>
            <a:xfrm>
              <a:off x="1667632" y="1627605"/>
              <a:ext cx="2901082" cy="1552507"/>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US" sz="2000" dirty="0">
                  <a:solidFill>
                    <a:schemeClr val="tx1"/>
                  </a:solidFill>
                </a:rPr>
                <a:t>JetBrains Rider</a:t>
              </a:r>
            </a:p>
          </p:txBody>
        </p:sp>
        <p:sp>
          <p:nvSpPr>
            <p:cNvPr id="11" name="Rectangle 10">
              <a:extLst>
                <a:ext uri="{FF2B5EF4-FFF2-40B4-BE49-F238E27FC236}">
                  <a16:creationId xmlns:a16="http://schemas.microsoft.com/office/drawing/2014/main" id="{2F15AC4F-1AFE-B330-2E54-B07D5E49CFC0}"/>
                </a:ext>
              </a:extLst>
            </p:cNvPr>
            <p:cNvSpPr/>
            <p:nvPr/>
          </p:nvSpPr>
          <p:spPr>
            <a:xfrm>
              <a:off x="1420940" y="1225225"/>
              <a:ext cx="2901082" cy="1552507"/>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US" sz="2000" dirty="0">
                  <a:solidFill>
                    <a:schemeClr val="tx1"/>
                  </a:solidFill>
                </a:rPr>
                <a:t>IntelliJ</a:t>
              </a:r>
            </a:p>
          </p:txBody>
        </p:sp>
        <p:sp>
          <p:nvSpPr>
            <p:cNvPr id="10" name="Rectangle 9">
              <a:extLst>
                <a:ext uri="{FF2B5EF4-FFF2-40B4-BE49-F238E27FC236}">
                  <a16:creationId xmlns:a16="http://schemas.microsoft.com/office/drawing/2014/main" id="{69036611-54E6-1B8D-4950-E861FED69704}"/>
                </a:ext>
              </a:extLst>
            </p:cNvPr>
            <p:cNvSpPr/>
            <p:nvPr/>
          </p:nvSpPr>
          <p:spPr>
            <a:xfrm>
              <a:off x="1150121" y="908369"/>
              <a:ext cx="2901082" cy="1552507"/>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US" sz="2000" dirty="0">
                  <a:solidFill>
                    <a:schemeClr val="tx1"/>
                  </a:solidFill>
                </a:rPr>
                <a:t>Visual Studio 2022</a:t>
              </a:r>
            </a:p>
          </p:txBody>
        </p:sp>
        <p:sp>
          <p:nvSpPr>
            <p:cNvPr id="5" name="Rectangle 4">
              <a:extLst>
                <a:ext uri="{FF2B5EF4-FFF2-40B4-BE49-F238E27FC236}">
                  <a16:creationId xmlns:a16="http://schemas.microsoft.com/office/drawing/2014/main" id="{DB8820DE-1AAA-161F-192E-CF6688DD5426}"/>
                </a:ext>
              </a:extLst>
            </p:cNvPr>
            <p:cNvSpPr/>
            <p:nvPr/>
          </p:nvSpPr>
          <p:spPr>
            <a:xfrm>
              <a:off x="861773" y="560260"/>
              <a:ext cx="2901082" cy="15525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Visual Studio Code</a:t>
              </a:r>
            </a:p>
          </p:txBody>
        </p:sp>
      </p:grpSp>
      <p:sp>
        <p:nvSpPr>
          <p:cNvPr id="19" name="Arrow: Right 18">
            <a:extLst>
              <a:ext uri="{FF2B5EF4-FFF2-40B4-BE49-F238E27FC236}">
                <a16:creationId xmlns:a16="http://schemas.microsoft.com/office/drawing/2014/main" id="{81FE90D3-47FE-BB9B-A418-B3FCC26B180B}"/>
              </a:ext>
            </a:extLst>
          </p:cNvPr>
          <p:cNvSpPr/>
          <p:nvPr/>
        </p:nvSpPr>
        <p:spPr>
          <a:xfrm rot="19395900">
            <a:off x="4576306" y="2989310"/>
            <a:ext cx="2901077" cy="1388872"/>
          </a:xfrm>
          <a:prstGeom prs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3600" b="1" dirty="0">
                <a:solidFill>
                  <a:schemeClr val="tx1"/>
                </a:solidFill>
                <a:latin typeface="Calibri" panose="020F0502020204030204" pitchFamily="34" charset="0"/>
                <a:ea typeface="Calibri" panose="020F0502020204030204" pitchFamily="34" charset="0"/>
                <a:cs typeface="Calibri" panose="020F0502020204030204" pitchFamily="34" charset="0"/>
              </a:rPr>
              <a:t>Uses</a:t>
            </a:r>
          </a:p>
        </p:txBody>
      </p:sp>
      <p:grpSp>
        <p:nvGrpSpPr>
          <p:cNvPr id="24" name="Group 23">
            <a:extLst>
              <a:ext uri="{FF2B5EF4-FFF2-40B4-BE49-F238E27FC236}">
                <a16:creationId xmlns:a16="http://schemas.microsoft.com/office/drawing/2014/main" id="{A74BD082-C585-DBFE-783B-17BAE0E13A20}"/>
              </a:ext>
            </a:extLst>
          </p:cNvPr>
          <p:cNvGrpSpPr/>
          <p:nvPr/>
        </p:nvGrpSpPr>
        <p:grpSpPr>
          <a:xfrm>
            <a:off x="394706" y="3747893"/>
            <a:ext cx="3748620" cy="2735850"/>
            <a:chOff x="3927310" y="3391722"/>
            <a:chExt cx="3748620" cy="2735850"/>
          </a:xfrm>
        </p:grpSpPr>
        <p:sp>
          <p:nvSpPr>
            <p:cNvPr id="23" name="Rectangle 22">
              <a:extLst>
                <a:ext uri="{FF2B5EF4-FFF2-40B4-BE49-F238E27FC236}">
                  <a16:creationId xmlns:a16="http://schemas.microsoft.com/office/drawing/2014/main" id="{BFC9D965-71EA-E3C0-438F-DAF6FA835609}"/>
                </a:ext>
              </a:extLst>
            </p:cNvPr>
            <p:cNvSpPr/>
            <p:nvPr/>
          </p:nvSpPr>
          <p:spPr>
            <a:xfrm>
              <a:off x="4774848" y="4575065"/>
              <a:ext cx="2901082" cy="1552507"/>
            </a:xfrm>
            <a:prstGeom prst="rect">
              <a:avLst/>
            </a:prstGeom>
            <a:solidFill>
              <a:schemeClr val="accent2">
                <a:lumMod val="60000"/>
                <a:lumOff val="4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b"/>
            <a:lstStyle/>
            <a:p>
              <a:pPr algn="r"/>
              <a:r>
                <a:rPr lang="en-US" sz="2400" dirty="0">
                  <a:solidFill>
                    <a:schemeClr val="tx1"/>
                  </a:solidFill>
                </a:rPr>
                <a:t>Copilot CLI</a:t>
              </a:r>
            </a:p>
          </p:txBody>
        </p:sp>
        <p:sp>
          <p:nvSpPr>
            <p:cNvPr id="22" name="Rectangle 21">
              <a:extLst>
                <a:ext uri="{FF2B5EF4-FFF2-40B4-BE49-F238E27FC236}">
                  <a16:creationId xmlns:a16="http://schemas.microsoft.com/office/drawing/2014/main" id="{6EAC2222-FC89-4277-ACBE-6298D4E0C76E}"/>
                </a:ext>
              </a:extLst>
            </p:cNvPr>
            <p:cNvSpPr/>
            <p:nvPr/>
          </p:nvSpPr>
          <p:spPr>
            <a:xfrm>
              <a:off x="4497453" y="4198138"/>
              <a:ext cx="2901082" cy="1552507"/>
            </a:xfrm>
            <a:prstGeom prst="rect">
              <a:avLst/>
            </a:prstGeom>
            <a:solidFill>
              <a:schemeClr val="accent2">
                <a:lumMod val="60000"/>
                <a:lumOff val="4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b"/>
            <a:lstStyle/>
            <a:p>
              <a:pPr algn="r"/>
              <a:r>
                <a:rPr lang="en-US" sz="2400" dirty="0">
                  <a:solidFill>
                    <a:schemeClr val="tx1"/>
                  </a:solidFill>
                </a:rPr>
                <a:t>Gemini CLI</a:t>
              </a:r>
            </a:p>
          </p:txBody>
        </p:sp>
        <p:sp>
          <p:nvSpPr>
            <p:cNvPr id="21" name="Rectangle 20">
              <a:extLst>
                <a:ext uri="{FF2B5EF4-FFF2-40B4-BE49-F238E27FC236}">
                  <a16:creationId xmlns:a16="http://schemas.microsoft.com/office/drawing/2014/main" id="{3B5F574B-5FC6-14EE-930A-3F5CB03028F7}"/>
                </a:ext>
              </a:extLst>
            </p:cNvPr>
            <p:cNvSpPr/>
            <p:nvPr/>
          </p:nvSpPr>
          <p:spPr>
            <a:xfrm>
              <a:off x="4213487" y="3802332"/>
              <a:ext cx="2901082" cy="1552507"/>
            </a:xfrm>
            <a:prstGeom prst="rect">
              <a:avLst/>
            </a:prstGeom>
            <a:solidFill>
              <a:schemeClr val="accent2">
                <a:lumMod val="60000"/>
                <a:lumOff val="4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b"/>
            <a:lstStyle/>
            <a:p>
              <a:pPr algn="r"/>
              <a:r>
                <a:rPr lang="en-US" sz="2400" dirty="0">
                  <a:solidFill>
                    <a:schemeClr val="tx1"/>
                  </a:solidFill>
                </a:rPr>
                <a:t>Cursor CLI</a:t>
              </a:r>
            </a:p>
          </p:txBody>
        </p:sp>
        <p:sp>
          <p:nvSpPr>
            <p:cNvPr id="20" name="Rectangle 19">
              <a:extLst>
                <a:ext uri="{FF2B5EF4-FFF2-40B4-BE49-F238E27FC236}">
                  <a16:creationId xmlns:a16="http://schemas.microsoft.com/office/drawing/2014/main" id="{E5F5C79A-B15F-7B60-BA1C-099A5C57D567}"/>
                </a:ext>
              </a:extLst>
            </p:cNvPr>
            <p:cNvSpPr/>
            <p:nvPr/>
          </p:nvSpPr>
          <p:spPr>
            <a:xfrm>
              <a:off x="3927310" y="3391722"/>
              <a:ext cx="2901082" cy="1552507"/>
            </a:xfrm>
            <a:prstGeom prst="rect">
              <a:avLst/>
            </a:prstGeom>
            <a:solidFill>
              <a:schemeClr val="accent2">
                <a:lumMod val="75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3600" dirty="0"/>
                <a:t>Developer CLI</a:t>
              </a:r>
            </a:p>
          </p:txBody>
        </p:sp>
      </p:grpSp>
      <p:grpSp>
        <p:nvGrpSpPr>
          <p:cNvPr id="18" name="Group 17">
            <a:extLst>
              <a:ext uri="{FF2B5EF4-FFF2-40B4-BE49-F238E27FC236}">
                <a16:creationId xmlns:a16="http://schemas.microsoft.com/office/drawing/2014/main" id="{E9CB6ED3-CBE1-F65B-6165-B8F1960EB1B2}"/>
              </a:ext>
            </a:extLst>
          </p:cNvPr>
          <p:cNvGrpSpPr/>
          <p:nvPr/>
        </p:nvGrpSpPr>
        <p:grpSpPr>
          <a:xfrm>
            <a:off x="-1338717" y="2603835"/>
            <a:ext cx="6088337" cy="5194226"/>
            <a:chOff x="2974536" y="755405"/>
            <a:chExt cx="6088337" cy="5194226"/>
          </a:xfrm>
        </p:grpSpPr>
        <p:pic>
          <p:nvPicPr>
            <p:cNvPr id="16" name="Picture 15" descr="A red circle with black background&#10;&#10;AI-generated content may be incorrect.">
              <a:extLst>
                <a:ext uri="{FF2B5EF4-FFF2-40B4-BE49-F238E27FC236}">
                  <a16:creationId xmlns:a16="http://schemas.microsoft.com/office/drawing/2014/main" id="{F4B796D8-C4AF-92F5-093D-631EE901F85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74536" y="755405"/>
              <a:ext cx="6088337" cy="5194226"/>
            </a:xfrm>
            <a:prstGeom prst="rect">
              <a:avLst/>
            </a:prstGeom>
          </p:spPr>
        </p:pic>
        <p:sp>
          <p:nvSpPr>
            <p:cNvPr id="17" name="TextBox 16">
              <a:extLst>
                <a:ext uri="{FF2B5EF4-FFF2-40B4-BE49-F238E27FC236}">
                  <a16:creationId xmlns:a16="http://schemas.microsoft.com/office/drawing/2014/main" id="{E7F83E4C-4875-A16D-1955-0A5EAF9268DF}"/>
                </a:ext>
              </a:extLst>
            </p:cNvPr>
            <p:cNvSpPr txBox="1"/>
            <p:nvPr/>
          </p:nvSpPr>
          <p:spPr>
            <a:xfrm>
              <a:off x="4905298" y="4129719"/>
              <a:ext cx="2361652" cy="523220"/>
            </a:xfrm>
            <a:prstGeom prst="rect">
              <a:avLst/>
            </a:prstGeom>
            <a:noFill/>
          </p:spPr>
          <p:txBody>
            <a:bodyPr wrap="square" rtlCol="0">
              <a:spAutoFit/>
            </a:bodyPr>
            <a:lstStyle/>
            <a:p>
              <a:pPr algn="ctr"/>
              <a:r>
                <a:rPr lang="en-US" sz="2800" b="1" dirty="0">
                  <a:solidFill>
                    <a:srgbClr val="FF0000"/>
                  </a:solidFill>
                  <a:latin typeface="Calibri" panose="020F0502020204030204" pitchFamily="34" charset="0"/>
                  <a:ea typeface="Calibri" panose="020F0502020204030204" pitchFamily="34" charset="0"/>
                  <a:cs typeface="Calibri" panose="020F0502020204030204" pitchFamily="34" charset="0"/>
                </a:rPr>
                <a:t>MCP Client</a:t>
              </a:r>
            </a:p>
          </p:txBody>
        </p:sp>
      </p:grpSp>
    </p:spTree>
    <p:extLst>
      <p:ext uri="{BB962C8B-B14F-4D97-AF65-F5344CB8AC3E}">
        <p14:creationId xmlns:p14="http://schemas.microsoft.com/office/powerpoint/2010/main" val="31909480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Arrow: Right 15">
            <a:extLst>
              <a:ext uri="{FF2B5EF4-FFF2-40B4-BE49-F238E27FC236}">
                <a16:creationId xmlns:a16="http://schemas.microsoft.com/office/drawing/2014/main" id="{9135B7AC-00CE-80CE-4486-62315B4AA075}"/>
              </a:ext>
            </a:extLst>
          </p:cNvPr>
          <p:cNvSpPr/>
          <p:nvPr/>
        </p:nvSpPr>
        <p:spPr>
          <a:xfrm>
            <a:off x="4545699" y="1219715"/>
            <a:ext cx="2901077" cy="1388872"/>
          </a:xfrm>
          <a:prstGeom prs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3600" b="1" dirty="0">
                <a:solidFill>
                  <a:schemeClr val="tx1"/>
                </a:solidFill>
                <a:latin typeface="Calibri" panose="020F0502020204030204" pitchFamily="34" charset="0"/>
                <a:ea typeface="Calibri" panose="020F0502020204030204" pitchFamily="34" charset="0"/>
                <a:cs typeface="Calibri" panose="020F0502020204030204" pitchFamily="34" charset="0"/>
              </a:rPr>
              <a:t>Uses</a:t>
            </a:r>
          </a:p>
        </p:txBody>
      </p:sp>
      <p:sp>
        <p:nvSpPr>
          <p:cNvPr id="17" name="Rectangle 16">
            <a:extLst>
              <a:ext uri="{FF2B5EF4-FFF2-40B4-BE49-F238E27FC236}">
                <a16:creationId xmlns:a16="http://schemas.microsoft.com/office/drawing/2014/main" id="{7C9B0BBF-6787-9B55-9E1F-AE43B6E478B5}"/>
              </a:ext>
            </a:extLst>
          </p:cNvPr>
          <p:cNvSpPr/>
          <p:nvPr/>
        </p:nvSpPr>
        <p:spPr>
          <a:xfrm>
            <a:off x="642203" y="1137897"/>
            <a:ext cx="2901082" cy="15525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Agent</a:t>
            </a:r>
          </a:p>
          <a:p>
            <a:pPr algn="ctr"/>
            <a:r>
              <a:rPr lang="en-US" sz="3600" dirty="0"/>
              <a:t>(MCP Client)</a:t>
            </a:r>
          </a:p>
        </p:txBody>
      </p:sp>
      <p:sp>
        <p:nvSpPr>
          <p:cNvPr id="18" name="Rectangle 17">
            <a:extLst>
              <a:ext uri="{FF2B5EF4-FFF2-40B4-BE49-F238E27FC236}">
                <a16:creationId xmlns:a16="http://schemas.microsoft.com/office/drawing/2014/main" id="{CA91109A-A65C-5D8A-DC9C-03D0E09FE763}"/>
              </a:ext>
            </a:extLst>
          </p:cNvPr>
          <p:cNvSpPr/>
          <p:nvPr/>
        </p:nvSpPr>
        <p:spPr>
          <a:xfrm>
            <a:off x="8449190" y="1219715"/>
            <a:ext cx="2901082" cy="155250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3600" dirty="0"/>
              <a:t>Model</a:t>
            </a:r>
          </a:p>
        </p:txBody>
      </p:sp>
    </p:spTree>
    <p:extLst>
      <p:ext uri="{BB962C8B-B14F-4D97-AF65-F5344CB8AC3E}">
        <p14:creationId xmlns:p14="http://schemas.microsoft.com/office/powerpoint/2010/main" val="36542109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CB02E-CF17-7F99-5F10-E51A89E4C773}"/>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E0C514F1-F5BE-2162-505F-48FE4542CAFC}"/>
              </a:ext>
            </a:extLst>
          </p:cNvPr>
          <p:cNvSpPr/>
          <p:nvPr/>
        </p:nvSpPr>
        <p:spPr>
          <a:xfrm>
            <a:off x="642203" y="1137897"/>
            <a:ext cx="2901082" cy="15525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Agent</a:t>
            </a:r>
          </a:p>
          <a:p>
            <a:pPr algn="ctr"/>
            <a:r>
              <a:rPr lang="en-US" sz="3600" dirty="0"/>
              <a:t>(MCP Client)</a:t>
            </a:r>
          </a:p>
        </p:txBody>
      </p:sp>
      <p:sp>
        <p:nvSpPr>
          <p:cNvPr id="18" name="Rectangle 17">
            <a:extLst>
              <a:ext uri="{FF2B5EF4-FFF2-40B4-BE49-F238E27FC236}">
                <a16:creationId xmlns:a16="http://schemas.microsoft.com/office/drawing/2014/main" id="{3924B8FC-DF2B-53E6-B4EA-108C8ADE5564}"/>
              </a:ext>
            </a:extLst>
          </p:cNvPr>
          <p:cNvSpPr/>
          <p:nvPr/>
        </p:nvSpPr>
        <p:spPr>
          <a:xfrm>
            <a:off x="8449190" y="1219715"/>
            <a:ext cx="2901082" cy="155250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3600" dirty="0"/>
              <a:t>Model</a:t>
            </a:r>
          </a:p>
        </p:txBody>
      </p:sp>
      <p:sp>
        <p:nvSpPr>
          <p:cNvPr id="2" name="Rectangle 1">
            <a:extLst>
              <a:ext uri="{FF2B5EF4-FFF2-40B4-BE49-F238E27FC236}">
                <a16:creationId xmlns:a16="http://schemas.microsoft.com/office/drawing/2014/main" id="{19C30823-EC2A-FC53-9FB3-0FDBA8A0E934}"/>
              </a:ext>
            </a:extLst>
          </p:cNvPr>
          <p:cNvSpPr/>
          <p:nvPr/>
        </p:nvSpPr>
        <p:spPr>
          <a:xfrm>
            <a:off x="8449190" y="3778816"/>
            <a:ext cx="2901082" cy="1552507"/>
          </a:xfrm>
          <a:prstGeom prst="rect">
            <a:avLst/>
          </a:prstGeom>
          <a:solidFill>
            <a:schemeClr val="accent6">
              <a:lumMod val="5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3600" dirty="0"/>
              <a:t>MCP Server(s)</a:t>
            </a:r>
          </a:p>
        </p:txBody>
      </p:sp>
      <p:sp>
        <p:nvSpPr>
          <p:cNvPr id="4" name="Rectangle 3">
            <a:extLst>
              <a:ext uri="{FF2B5EF4-FFF2-40B4-BE49-F238E27FC236}">
                <a16:creationId xmlns:a16="http://schemas.microsoft.com/office/drawing/2014/main" id="{85B66E06-BFD9-299D-9BDF-2F904D3D52B2}"/>
              </a:ext>
            </a:extLst>
          </p:cNvPr>
          <p:cNvSpPr/>
          <p:nvPr/>
        </p:nvSpPr>
        <p:spPr>
          <a:xfrm>
            <a:off x="8449190" y="5331323"/>
            <a:ext cx="2901082" cy="667141"/>
          </a:xfrm>
          <a:prstGeom prst="rect">
            <a:avLst/>
          </a:prstGeom>
          <a:solidFill>
            <a:schemeClr val="accent6">
              <a:lumMod val="75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3600" dirty="0"/>
              <a:t>Tools</a:t>
            </a:r>
          </a:p>
        </p:txBody>
      </p:sp>
      <p:graphicFrame>
        <p:nvGraphicFramePr>
          <p:cNvPr id="5" name="Diagram 4">
            <a:extLst>
              <a:ext uri="{FF2B5EF4-FFF2-40B4-BE49-F238E27FC236}">
                <a16:creationId xmlns:a16="http://schemas.microsoft.com/office/drawing/2014/main" id="{C3E3847A-CBC3-118A-169C-D88CF881453D}"/>
              </a:ext>
            </a:extLst>
          </p:cNvPr>
          <p:cNvGraphicFramePr/>
          <p:nvPr>
            <p:extLst>
              <p:ext uri="{D42A27DB-BD31-4B8C-83A1-F6EECF244321}">
                <p14:modId xmlns:p14="http://schemas.microsoft.com/office/powerpoint/2010/main" val="738527319"/>
              </p:ext>
            </p:extLst>
          </p:nvPr>
        </p:nvGraphicFramePr>
        <p:xfrm>
          <a:off x="2560938" y="1357200"/>
          <a:ext cx="6870599" cy="46412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518876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18D4A22-5F39-C9F4-EF5A-FB81BC8128D7}"/>
              </a:ext>
            </a:extLst>
          </p:cNvPr>
          <p:cNvSpPr>
            <a:spLocks noGrp="1"/>
          </p:cNvSpPr>
          <p:nvPr>
            <p:ph type="ctrTitle"/>
          </p:nvPr>
        </p:nvSpPr>
        <p:spPr/>
        <p:txBody>
          <a:bodyPr/>
          <a:lstStyle/>
          <a:p>
            <a:r>
              <a:rPr lang="en-US" dirty="0"/>
              <a:t>GitHub Remote Server</a:t>
            </a:r>
          </a:p>
        </p:txBody>
      </p:sp>
      <p:sp>
        <p:nvSpPr>
          <p:cNvPr id="6" name="Subtitle 5">
            <a:extLst>
              <a:ext uri="{FF2B5EF4-FFF2-40B4-BE49-F238E27FC236}">
                <a16:creationId xmlns:a16="http://schemas.microsoft.com/office/drawing/2014/main" id="{43994C03-9C0C-B305-596C-072F88C94D5B}"/>
              </a:ext>
            </a:extLst>
          </p:cNvPr>
          <p:cNvSpPr>
            <a:spLocks noGrp="1"/>
          </p:cNvSpPr>
          <p:nvPr>
            <p:ph type="subTitle" idx="1"/>
          </p:nvPr>
        </p:nvSpPr>
        <p:spPr/>
        <p:txBody>
          <a:bodyPr/>
          <a:lstStyle/>
          <a:p>
            <a:r>
              <a:rPr lang="en-US" dirty="0"/>
              <a:t>Demonstration</a:t>
            </a:r>
          </a:p>
        </p:txBody>
      </p:sp>
    </p:spTree>
    <p:extLst>
      <p:ext uri="{BB962C8B-B14F-4D97-AF65-F5344CB8AC3E}">
        <p14:creationId xmlns:p14="http://schemas.microsoft.com/office/powerpoint/2010/main" val="18037666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DE6A7-85BF-5666-4701-28A4013CE43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A9CD526-5EA1-1625-2371-B1DE80C7D52F}"/>
              </a:ext>
            </a:extLst>
          </p:cNvPr>
          <p:cNvSpPr>
            <a:spLocks noGrp="1"/>
          </p:cNvSpPr>
          <p:nvPr>
            <p:ph type="ctrTitle"/>
          </p:nvPr>
        </p:nvSpPr>
        <p:spPr/>
        <p:txBody>
          <a:bodyPr/>
          <a:lstStyle/>
          <a:p>
            <a:r>
              <a:rPr lang="en-US" dirty="0" err="1"/>
              <a:t>Scryfall</a:t>
            </a:r>
            <a:r>
              <a:rPr lang="en-US" dirty="0"/>
              <a:t> MCP Server</a:t>
            </a:r>
          </a:p>
        </p:txBody>
      </p:sp>
      <p:sp>
        <p:nvSpPr>
          <p:cNvPr id="6" name="Subtitle 5">
            <a:extLst>
              <a:ext uri="{FF2B5EF4-FFF2-40B4-BE49-F238E27FC236}">
                <a16:creationId xmlns:a16="http://schemas.microsoft.com/office/drawing/2014/main" id="{0B18BF4F-18CD-9EDC-1D86-86938268BE30}"/>
              </a:ext>
            </a:extLst>
          </p:cNvPr>
          <p:cNvSpPr>
            <a:spLocks noGrp="1"/>
          </p:cNvSpPr>
          <p:nvPr>
            <p:ph type="subTitle" idx="1"/>
          </p:nvPr>
        </p:nvSpPr>
        <p:spPr/>
        <p:txBody>
          <a:bodyPr/>
          <a:lstStyle/>
          <a:p>
            <a:r>
              <a:rPr lang="en-US" dirty="0"/>
              <a:t>Demonstration</a:t>
            </a:r>
          </a:p>
        </p:txBody>
      </p:sp>
    </p:spTree>
    <p:extLst>
      <p:ext uri="{BB962C8B-B14F-4D97-AF65-F5344CB8AC3E}">
        <p14:creationId xmlns:p14="http://schemas.microsoft.com/office/powerpoint/2010/main" val="42751818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229AB-4900-6D0D-7C23-C5AFBFD62778}"/>
              </a:ext>
            </a:extLst>
          </p:cNvPr>
          <p:cNvSpPr>
            <a:spLocks noGrp="1"/>
          </p:cNvSpPr>
          <p:nvPr>
            <p:ph type="title"/>
          </p:nvPr>
        </p:nvSpPr>
        <p:spPr>
          <a:xfrm>
            <a:off x="612648" y="2093976"/>
            <a:ext cx="8229600" cy="4178808"/>
          </a:xfrm>
        </p:spPr>
        <p:txBody>
          <a:bodyPr anchor="b">
            <a:normAutofit/>
          </a:bodyPr>
          <a:lstStyle/>
          <a:p>
            <a:r>
              <a:rPr lang="en-US"/>
              <a:t>Benefits of Standardized AI Integration</a:t>
            </a:r>
          </a:p>
        </p:txBody>
      </p:sp>
    </p:spTree>
    <p:extLst>
      <p:ext uri="{BB962C8B-B14F-4D97-AF65-F5344CB8AC3E}">
        <p14:creationId xmlns:p14="http://schemas.microsoft.com/office/powerpoint/2010/main" val="22416707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D3AFE-3495-46C3-E3C0-41904BD03F26}"/>
              </a:ext>
            </a:extLst>
          </p:cNvPr>
          <p:cNvSpPr>
            <a:spLocks noGrp="1"/>
          </p:cNvSpPr>
          <p:nvPr>
            <p:ph type="title"/>
          </p:nvPr>
        </p:nvSpPr>
        <p:spPr>
          <a:xfrm>
            <a:off x="612648" y="502920"/>
            <a:ext cx="4669536" cy="1453896"/>
          </a:xfrm>
        </p:spPr>
        <p:txBody>
          <a:bodyPr anchor="t">
            <a:normAutofit/>
          </a:bodyPr>
          <a:lstStyle/>
          <a:p>
            <a:r>
              <a:rPr lang="en-US"/>
              <a:t>Creating a Collaborative Ecosystem</a:t>
            </a:r>
          </a:p>
        </p:txBody>
      </p:sp>
      <p:pic>
        <p:nvPicPr>
          <p:cNvPr id="5" name="Content Placeholder 4" descr="Social media icons people communication connection">
            <a:extLst>
              <a:ext uri="{FF2B5EF4-FFF2-40B4-BE49-F238E27FC236}">
                <a16:creationId xmlns:a16="http://schemas.microsoft.com/office/drawing/2014/main" id="{6325C82B-CEAD-4646-8F9B-05955FB81A80}"/>
              </a:ext>
            </a:extLst>
          </p:cNvPr>
          <p:cNvPicPr>
            <a:picLocks noGrp="1" noChangeAspect="1"/>
          </p:cNvPicPr>
          <p:nvPr>
            <p:ph type="pic" sz="quarter" idx="15"/>
          </p:nvPr>
        </p:nvPicPr>
        <p:blipFill>
          <a:blip r:embed="rId3"/>
          <a:srcRect l="7793" r="5186" b="-2"/>
          <a:stretch>
            <a:fillRect/>
          </a:stretch>
        </p:blipFill>
        <p:spPr>
          <a:xfrm>
            <a:off x="612648" y="2293938"/>
            <a:ext cx="4669536" cy="4024566"/>
          </a:xfrm>
          <a:prstGeom prst="rect">
            <a:avLst/>
          </a:prstGeom>
          <a:noFill/>
        </p:spPr>
      </p:pic>
      <p:sp>
        <p:nvSpPr>
          <p:cNvPr id="4" name="Content Placeholder 3">
            <a:extLst>
              <a:ext uri="{FF2B5EF4-FFF2-40B4-BE49-F238E27FC236}">
                <a16:creationId xmlns:a16="http://schemas.microsoft.com/office/drawing/2014/main" id="{7F833F27-3808-6D2D-D058-5125C61FAB3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Efficiency Through Standardization</a:t>
            </a:r>
          </a:p>
          <a:p>
            <a:pPr marL="0" lvl="1" indent="0">
              <a:buFont typeface="Arial" panose="020B0604020202020204" pitchFamily="34" charset="0"/>
              <a:buNone/>
            </a:pPr>
            <a:r>
              <a:t>Standard protocols reduce reliance on bespoke connectors, saving time and improving reliability in AI tool integration.</a:t>
            </a:r>
            <a:endParaRPr lang="en-US"/>
          </a:p>
          <a:p>
            <a:pPr marL="0" indent="0">
              <a:spcBef>
                <a:spcPts val="2500"/>
              </a:spcBef>
              <a:buFont typeface="Arial" panose="020B0604020202020204" pitchFamily="34" charset="0"/>
              <a:buNone/>
            </a:pPr>
            <a:r>
              <a:rPr lang="en-US" b="1"/>
              <a:t>Collaborative Developer Community</a:t>
            </a:r>
          </a:p>
          <a:p>
            <a:pPr marL="0" lvl="1" indent="0">
              <a:buFont typeface="Arial" panose="020B0604020202020204" pitchFamily="34" charset="0"/>
              <a:buNone/>
            </a:pPr>
            <a:r>
              <a:t>Sharing tools and best practices fosters innovation and accelerates progress across the AI community.</a:t>
            </a:r>
            <a:endParaRPr lang="en-US"/>
          </a:p>
          <a:p>
            <a:pPr marL="0" indent="0">
              <a:spcBef>
                <a:spcPts val="2500"/>
              </a:spcBef>
              <a:buFont typeface="Arial" panose="020B0604020202020204" pitchFamily="34" charset="0"/>
              <a:buNone/>
            </a:pPr>
            <a:r>
              <a:rPr lang="en-US" b="1"/>
              <a:t>Enhanced Security and Compliance</a:t>
            </a:r>
          </a:p>
          <a:p>
            <a:pPr marL="0" lvl="1" indent="0">
              <a:buFont typeface="Arial" panose="020B0604020202020204" pitchFamily="34" charset="0"/>
              <a:buNone/>
            </a:pPr>
            <a:r>
              <a:t>Consistent authentication and data access mechanisms improve security and regulatory compliance.</a:t>
            </a:r>
            <a:endParaRPr lang="en-US"/>
          </a:p>
          <a:p>
            <a:pPr marL="0" indent="0">
              <a:spcBef>
                <a:spcPts val="2500"/>
              </a:spcBef>
              <a:buFont typeface="Arial" panose="020B0604020202020204" pitchFamily="34" charset="0"/>
              <a:buNone/>
            </a:pPr>
            <a:r>
              <a:rPr lang="en-US" b="1"/>
              <a:t>Intelligent, Actionable Agents</a:t>
            </a:r>
          </a:p>
          <a:p>
            <a:pPr marL="0" lvl="1" indent="0">
              <a:buFont typeface="Arial" panose="020B0604020202020204" pitchFamily="34" charset="0"/>
              <a:buNone/>
            </a:pPr>
            <a:r>
              <a:t>Standardization enables AI agents to understand context, generate content, and take meaningful actions.</a:t>
            </a:r>
            <a:endParaRPr lang="en-US"/>
          </a:p>
        </p:txBody>
      </p:sp>
    </p:spTree>
    <p:extLst>
      <p:ext uri="{BB962C8B-B14F-4D97-AF65-F5344CB8AC3E}">
        <p14:creationId xmlns:p14="http://schemas.microsoft.com/office/powerpoint/2010/main" val="10608778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8FD0F-5302-A751-1558-1C8B3723DB6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9BF88C3-1EC6-1F20-6EAA-5A7F87F83AC2}"/>
              </a:ext>
            </a:extLst>
          </p:cNvPr>
          <p:cNvSpPr>
            <a:spLocks noGrp="1"/>
          </p:cNvSpPr>
          <p:nvPr>
            <p:ph type="ctrTitle"/>
          </p:nvPr>
        </p:nvSpPr>
        <p:spPr/>
        <p:txBody>
          <a:bodyPr/>
          <a:lstStyle/>
          <a:p>
            <a:r>
              <a:rPr lang="en-US" dirty="0"/>
              <a:t>Playwright MCP Server</a:t>
            </a:r>
          </a:p>
        </p:txBody>
      </p:sp>
      <p:sp>
        <p:nvSpPr>
          <p:cNvPr id="6" name="Subtitle 5">
            <a:extLst>
              <a:ext uri="{FF2B5EF4-FFF2-40B4-BE49-F238E27FC236}">
                <a16:creationId xmlns:a16="http://schemas.microsoft.com/office/drawing/2014/main" id="{9DE8CD6B-7D6A-212B-00D2-21E30FD7DB32}"/>
              </a:ext>
            </a:extLst>
          </p:cNvPr>
          <p:cNvSpPr>
            <a:spLocks noGrp="1"/>
          </p:cNvSpPr>
          <p:nvPr>
            <p:ph type="subTitle" idx="1"/>
          </p:nvPr>
        </p:nvSpPr>
        <p:spPr/>
        <p:txBody>
          <a:bodyPr/>
          <a:lstStyle/>
          <a:p>
            <a:r>
              <a:rPr lang="en-US" dirty="0"/>
              <a:t>Demonstration</a:t>
            </a:r>
          </a:p>
        </p:txBody>
      </p:sp>
    </p:spTree>
    <p:extLst>
      <p:ext uri="{BB962C8B-B14F-4D97-AF65-F5344CB8AC3E}">
        <p14:creationId xmlns:p14="http://schemas.microsoft.com/office/powerpoint/2010/main" val="15663379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0A27C-E66F-661A-663F-D683E5E4563E}"/>
              </a:ext>
            </a:extLst>
          </p:cNvPr>
          <p:cNvSpPr>
            <a:spLocks noGrp="1"/>
          </p:cNvSpPr>
          <p:nvPr>
            <p:ph type="title"/>
          </p:nvPr>
        </p:nvSpPr>
        <p:spPr>
          <a:xfrm>
            <a:off x="612648" y="2093976"/>
            <a:ext cx="8229600" cy="4178808"/>
          </a:xfrm>
        </p:spPr>
        <p:txBody>
          <a:bodyPr anchor="b">
            <a:normAutofit/>
          </a:bodyPr>
          <a:lstStyle/>
          <a:p>
            <a:r>
              <a:rPr lang="en-US"/>
              <a:t>Conclusion and Call to Action</a:t>
            </a:r>
          </a:p>
        </p:txBody>
      </p:sp>
    </p:spTree>
    <p:extLst>
      <p:ext uri="{BB962C8B-B14F-4D97-AF65-F5344CB8AC3E}">
        <p14:creationId xmlns:p14="http://schemas.microsoft.com/office/powerpoint/2010/main" val="27055677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A80E884-D581-54F7-F08F-DE54A61BBE63}"/>
              </a:ext>
            </a:extLst>
          </p:cNvPr>
          <p:cNvSpPr>
            <a:spLocks noGrp="1"/>
          </p:cNvSpPr>
          <p:nvPr>
            <p:ph type="ctrTitle"/>
          </p:nvPr>
        </p:nvSpPr>
        <p:spPr/>
        <p:txBody>
          <a:bodyPr/>
          <a:lstStyle/>
          <a:p>
            <a:r>
              <a:rPr lang="en-US" dirty="0"/>
              <a:t>Stop putting AI in a box.</a:t>
            </a:r>
          </a:p>
        </p:txBody>
      </p:sp>
      <p:sp>
        <p:nvSpPr>
          <p:cNvPr id="14" name="Subtitle 13">
            <a:extLst>
              <a:ext uri="{FF2B5EF4-FFF2-40B4-BE49-F238E27FC236}">
                <a16:creationId xmlns:a16="http://schemas.microsoft.com/office/drawing/2014/main" id="{30BE3632-5743-9FCF-CFE6-79BD18E1C79A}"/>
              </a:ext>
            </a:extLst>
          </p:cNvPr>
          <p:cNvSpPr>
            <a:spLocks noGrp="1"/>
          </p:cNvSpPr>
          <p:nvPr>
            <p:ph type="subTitle" idx="1"/>
          </p:nvPr>
        </p:nvSpPr>
        <p:spPr/>
        <p:txBody>
          <a:bodyPr/>
          <a:lstStyle/>
          <a:p>
            <a:endParaRPr lang="en-US"/>
          </a:p>
        </p:txBody>
      </p:sp>
      <p:pic>
        <p:nvPicPr>
          <p:cNvPr id="17" name="Picture Placeholder 16" descr="A screenshot of a video game&#10;&#10;AI-generated content may be incorrect.">
            <a:extLst>
              <a:ext uri="{FF2B5EF4-FFF2-40B4-BE49-F238E27FC236}">
                <a16:creationId xmlns:a16="http://schemas.microsoft.com/office/drawing/2014/main" id="{262E70EC-87F6-33BF-8241-4D7B5541535D}"/>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4574" b="4574"/>
          <a:stretch>
            <a:fillRect/>
          </a:stretch>
        </p:blipFill>
        <p:spPr/>
      </p:pic>
    </p:spTree>
    <p:extLst>
      <p:ext uri="{BB962C8B-B14F-4D97-AF65-F5344CB8AC3E}">
        <p14:creationId xmlns:p14="http://schemas.microsoft.com/office/powerpoint/2010/main" val="358511382"/>
      </p:ext>
    </p:extLst>
  </p:cSld>
  <p:clrMapOvr>
    <a:masterClrMapping/>
  </p:clrMapOvr>
  <p:transition>
    <p:fade/>
  </p:transition>
</p:sld>
</file>

<file path=ppt/theme/theme1.xml><?xml version="1.0" encoding="utf-8"?>
<a:theme xmlns:a="http://schemas.openxmlformats.org/drawingml/2006/main" name="Chroma">
  <a:themeElements>
    <a:clrScheme name="Chroma">
      <a:dk1>
        <a:srgbClr val="131313"/>
      </a:dk1>
      <a:lt1>
        <a:sysClr val="window" lastClr="FFFFFF"/>
      </a:lt1>
      <a:dk2>
        <a:srgbClr val="0C233A"/>
      </a:dk2>
      <a:lt2>
        <a:srgbClr val="F5FAFD"/>
      </a:lt2>
      <a:accent1>
        <a:srgbClr val="4485DC"/>
      </a:accent1>
      <a:accent2>
        <a:srgbClr val="25AAD5"/>
      </a:accent2>
      <a:accent3>
        <a:srgbClr val="5BBEAC"/>
      </a:accent3>
      <a:accent4>
        <a:srgbClr val="6666E2"/>
      </a:accent4>
      <a:accent5>
        <a:srgbClr val="66C26C"/>
      </a:accent5>
      <a:accent6>
        <a:srgbClr val="10CF9B"/>
      </a:accent6>
      <a:hlink>
        <a:srgbClr val="4485DC"/>
      </a:hlink>
      <a:folHlink>
        <a:srgbClr val="25AAD5"/>
      </a:folHlink>
    </a:clrScheme>
    <a:fontScheme name="Custom 2">
      <a:majorFont>
        <a:latin typeface="Aptos Light"/>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ma" id="{DC2B181E-9B25-4FFB-A269-A81149E37B96}" vid="{FD28A279-D9A1-4F6C-9122-D382EE6782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396</TotalTime>
  <Words>1882</Words>
  <Application>Microsoft Office PowerPoint</Application>
  <PresentationFormat>Widescreen</PresentationFormat>
  <Paragraphs>129</Paragraphs>
  <Slides>27</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Aptos</vt:lpstr>
      <vt:lpstr>Aptos Light</vt:lpstr>
      <vt:lpstr>Arial</vt:lpstr>
      <vt:lpstr>Calibri</vt:lpstr>
      <vt:lpstr>Chroma</vt:lpstr>
      <vt:lpstr>Tools in your AI's Toolbox: An Introduction to MCP Servers</vt:lpstr>
      <vt:lpstr>PowerPoint Presentation</vt:lpstr>
      <vt:lpstr>Tim Rayburn</vt:lpstr>
      <vt:lpstr>Where are you?</vt:lpstr>
      <vt:lpstr>Where does AI belong in our Enterprises?</vt:lpstr>
      <vt:lpstr>Where does AI Belong?</vt:lpstr>
      <vt:lpstr>Where does AI Belong?</vt:lpstr>
      <vt:lpstr>Where does AI Belong?</vt:lpstr>
      <vt:lpstr>Where does AI Belong?</vt:lpstr>
      <vt:lpstr>Where does AI Belong?</vt:lpstr>
      <vt:lpstr>PowerPoint Presentation</vt:lpstr>
      <vt:lpstr>PowerPoint Presentation</vt:lpstr>
      <vt:lpstr>Challenges in AI Integration</vt:lpstr>
      <vt:lpstr>How do we integrate with AI?</vt:lpstr>
      <vt:lpstr>Introducing the Model Context Protocol (MCP)</vt:lpstr>
      <vt:lpstr>Overview and Architecture</vt:lpstr>
      <vt:lpstr>PowerPoint Presentation</vt:lpstr>
      <vt:lpstr>PowerPoint Presentation</vt:lpstr>
      <vt:lpstr>PowerPoint Presentation</vt:lpstr>
      <vt:lpstr>PowerPoint Presentation</vt:lpstr>
      <vt:lpstr>GitHub Remote Server</vt:lpstr>
      <vt:lpstr>Scryfall MCP Server</vt:lpstr>
      <vt:lpstr>Benefits of Standardized AI Integration</vt:lpstr>
      <vt:lpstr>Creating a Collaborative Ecosystem</vt:lpstr>
      <vt:lpstr>Playwright MCP Server</vt:lpstr>
      <vt:lpstr>Conclusion and Call to Action</vt:lpstr>
      <vt:lpstr>Stop putting AI in a box.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Tim Rayburn</cp:lastModifiedBy>
  <cp:revision>13</cp:revision>
  <dcterms:created xsi:type="dcterms:W3CDTF">2013-07-15T20:26:40Z</dcterms:created>
  <dcterms:modified xsi:type="dcterms:W3CDTF">2025-12-05T16:47:53Z</dcterms:modified>
</cp:coreProperties>
</file>